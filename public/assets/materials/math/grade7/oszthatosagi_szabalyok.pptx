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29A072-71B3-4537-91AB-4E097BE0EC1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3B5FA7-39F6-476F-9F52-2916DD2C8A99}">
      <dgm:prSet/>
      <dgm:spPr/>
      <dgm:t>
        <a:bodyPr/>
        <a:lstStyle/>
        <a:p>
          <a:r>
            <a:rPr lang="en-US"/>
            <a:t>Már az ókori babiloniak és egyiptomiak is keresték a szabályokat, hogyan lehet gyorsan eldönteni, hogy egy szám osztható-e egy másikkal.</a:t>
          </a:r>
        </a:p>
      </dgm:t>
    </dgm:pt>
    <dgm:pt modelId="{1AB2FE0F-2863-46CB-94DC-BEB4164C11A5}" type="parTrans" cxnId="{760963F6-D10C-4AEB-BD03-AA180D09A27D}">
      <dgm:prSet/>
      <dgm:spPr/>
      <dgm:t>
        <a:bodyPr/>
        <a:lstStyle/>
        <a:p>
          <a:endParaRPr lang="en-US"/>
        </a:p>
      </dgm:t>
    </dgm:pt>
    <dgm:pt modelId="{2736B525-E507-4E95-B204-EC803A836405}" type="sibTrans" cxnId="{760963F6-D10C-4AEB-BD03-AA180D09A27D}">
      <dgm:prSet/>
      <dgm:spPr/>
      <dgm:t>
        <a:bodyPr/>
        <a:lstStyle/>
        <a:p>
          <a:endParaRPr lang="en-US"/>
        </a:p>
      </dgm:t>
    </dgm:pt>
    <dgm:pt modelId="{A920A1F3-1158-47DC-AA26-03C8A5919053}">
      <dgm:prSet/>
      <dgm:spPr/>
      <dgm:t>
        <a:bodyPr/>
        <a:lstStyle/>
        <a:p>
          <a:r>
            <a:rPr lang="en-US"/>
            <a:t>A római számokkal nehéz volt osztani – a tízes alapú számrendszer elterjedése segítette a fejlődést.</a:t>
          </a:r>
        </a:p>
      </dgm:t>
    </dgm:pt>
    <dgm:pt modelId="{48D3AE28-59B3-4590-8F42-E805DA85002B}" type="parTrans" cxnId="{C7CDDAB0-1859-4A23-9BEA-45D9CD4C36EF}">
      <dgm:prSet/>
      <dgm:spPr/>
      <dgm:t>
        <a:bodyPr/>
        <a:lstStyle/>
        <a:p>
          <a:endParaRPr lang="en-US"/>
        </a:p>
      </dgm:t>
    </dgm:pt>
    <dgm:pt modelId="{DCB51C1E-75D8-4B3A-86CE-36667D6B73D7}" type="sibTrans" cxnId="{C7CDDAB0-1859-4A23-9BEA-45D9CD4C36EF}">
      <dgm:prSet/>
      <dgm:spPr/>
      <dgm:t>
        <a:bodyPr/>
        <a:lstStyle/>
        <a:p>
          <a:endParaRPr lang="en-US"/>
        </a:p>
      </dgm:t>
    </dgm:pt>
    <dgm:pt modelId="{74CDE0E9-F8A4-4844-92D4-2C6BBF3ABDC6}" type="pres">
      <dgm:prSet presAssocID="{6629A072-71B3-4537-91AB-4E097BE0EC1C}" presName="linear" presStyleCnt="0">
        <dgm:presLayoutVars>
          <dgm:animLvl val="lvl"/>
          <dgm:resizeHandles val="exact"/>
        </dgm:presLayoutVars>
      </dgm:prSet>
      <dgm:spPr/>
    </dgm:pt>
    <dgm:pt modelId="{A7A6F18C-2F0B-440C-9B21-C6DC8CE9BD34}" type="pres">
      <dgm:prSet presAssocID="{CA3B5FA7-39F6-476F-9F52-2916DD2C8A9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FE3FCB-9CE7-405A-8D81-A573FA752A8E}" type="pres">
      <dgm:prSet presAssocID="{2736B525-E507-4E95-B204-EC803A836405}" presName="spacer" presStyleCnt="0"/>
      <dgm:spPr/>
    </dgm:pt>
    <dgm:pt modelId="{A3D95837-6E0A-4BE5-B5AB-77CE9743A234}" type="pres">
      <dgm:prSet presAssocID="{A920A1F3-1158-47DC-AA26-03C8A59190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CC6EAA5-371A-431A-9121-F741645BE00E}" type="presOf" srcId="{CA3B5FA7-39F6-476F-9F52-2916DD2C8A99}" destId="{A7A6F18C-2F0B-440C-9B21-C6DC8CE9BD34}" srcOrd="0" destOrd="0" presId="urn:microsoft.com/office/officeart/2005/8/layout/vList2"/>
    <dgm:cxn modelId="{C7CDDAB0-1859-4A23-9BEA-45D9CD4C36EF}" srcId="{6629A072-71B3-4537-91AB-4E097BE0EC1C}" destId="{A920A1F3-1158-47DC-AA26-03C8A5919053}" srcOrd="1" destOrd="0" parTransId="{48D3AE28-59B3-4590-8F42-E805DA85002B}" sibTransId="{DCB51C1E-75D8-4B3A-86CE-36667D6B73D7}"/>
    <dgm:cxn modelId="{EB16FADC-8457-40DE-B301-D5409593880E}" type="presOf" srcId="{6629A072-71B3-4537-91AB-4E097BE0EC1C}" destId="{74CDE0E9-F8A4-4844-92D4-2C6BBF3ABDC6}" srcOrd="0" destOrd="0" presId="urn:microsoft.com/office/officeart/2005/8/layout/vList2"/>
    <dgm:cxn modelId="{760963F6-D10C-4AEB-BD03-AA180D09A27D}" srcId="{6629A072-71B3-4537-91AB-4E097BE0EC1C}" destId="{CA3B5FA7-39F6-476F-9F52-2916DD2C8A99}" srcOrd="0" destOrd="0" parTransId="{1AB2FE0F-2863-46CB-94DC-BEB4164C11A5}" sibTransId="{2736B525-E507-4E95-B204-EC803A836405}"/>
    <dgm:cxn modelId="{FA4F05FC-3E27-43E3-B2CD-D6CD060A7C11}" type="presOf" srcId="{A920A1F3-1158-47DC-AA26-03C8A5919053}" destId="{A3D95837-6E0A-4BE5-B5AB-77CE9743A234}" srcOrd="0" destOrd="0" presId="urn:microsoft.com/office/officeart/2005/8/layout/vList2"/>
    <dgm:cxn modelId="{EB6DA493-A6DD-403A-938B-E2FE31DF0130}" type="presParOf" srcId="{74CDE0E9-F8A4-4844-92D4-2C6BBF3ABDC6}" destId="{A7A6F18C-2F0B-440C-9B21-C6DC8CE9BD34}" srcOrd="0" destOrd="0" presId="urn:microsoft.com/office/officeart/2005/8/layout/vList2"/>
    <dgm:cxn modelId="{44A32D1A-6079-458D-BAED-F7979545FB64}" type="presParOf" srcId="{74CDE0E9-F8A4-4844-92D4-2C6BBF3ABDC6}" destId="{B0FE3FCB-9CE7-405A-8D81-A573FA752A8E}" srcOrd="1" destOrd="0" presId="urn:microsoft.com/office/officeart/2005/8/layout/vList2"/>
    <dgm:cxn modelId="{3C2A4093-6417-4947-B959-008EC51861B8}" type="presParOf" srcId="{74CDE0E9-F8A4-4844-92D4-2C6BBF3ABDC6}" destId="{A3D95837-6E0A-4BE5-B5AB-77CE9743A23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7B68A6-3A88-4108-A37E-07DCA4F26B7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24D02C1-2DAC-4805-9C98-D6EDB323066A}">
      <dgm:prSet/>
      <dgm:spPr/>
      <dgm:t>
        <a:bodyPr/>
        <a:lstStyle/>
        <a:p>
          <a:r>
            <a:rPr lang="en-US"/>
            <a:t>• Segít az egyszerűbb számolásban</a:t>
          </a:r>
        </a:p>
      </dgm:t>
    </dgm:pt>
    <dgm:pt modelId="{933FC7CE-9F81-4180-8EA5-9BCDCF9EED0C}" type="parTrans" cxnId="{E397917A-BF0C-459C-A2B1-FE2B14E955BC}">
      <dgm:prSet/>
      <dgm:spPr/>
      <dgm:t>
        <a:bodyPr/>
        <a:lstStyle/>
        <a:p>
          <a:endParaRPr lang="en-US"/>
        </a:p>
      </dgm:t>
    </dgm:pt>
    <dgm:pt modelId="{30D64D62-684C-4062-906B-66B8936C47DE}" type="sibTrans" cxnId="{E397917A-BF0C-459C-A2B1-FE2B14E955BC}">
      <dgm:prSet/>
      <dgm:spPr/>
      <dgm:t>
        <a:bodyPr/>
        <a:lstStyle/>
        <a:p>
          <a:endParaRPr lang="en-US"/>
        </a:p>
      </dgm:t>
    </dgm:pt>
    <dgm:pt modelId="{B21D21D1-0F21-422A-9CD5-8891D8784311}">
      <dgm:prSet/>
      <dgm:spPr/>
      <dgm:t>
        <a:bodyPr/>
        <a:lstStyle/>
        <a:p>
          <a:r>
            <a:rPr lang="en-US"/>
            <a:t>• Megkönnyíti a törtek egyszerűsítését</a:t>
          </a:r>
        </a:p>
      </dgm:t>
    </dgm:pt>
    <dgm:pt modelId="{DBC4AEBC-C001-40D8-831E-3B6E195D2EFE}" type="parTrans" cxnId="{4AAF29BA-B9DC-4D9C-A17F-02BD0CAEB55F}">
      <dgm:prSet/>
      <dgm:spPr/>
      <dgm:t>
        <a:bodyPr/>
        <a:lstStyle/>
        <a:p>
          <a:endParaRPr lang="en-US"/>
        </a:p>
      </dgm:t>
    </dgm:pt>
    <dgm:pt modelId="{E10FC40D-2D17-47C4-A78D-F8971D7ACD83}" type="sibTrans" cxnId="{4AAF29BA-B9DC-4D9C-A17F-02BD0CAEB55F}">
      <dgm:prSet/>
      <dgm:spPr/>
      <dgm:t>
        <a:bodyPr/>
        <a:lstStyle/>
        <a:p>
          <a:endParaRPr lang="en-US"/>
        </a:p>
      </dgm:t>
    </dgm:pt>
    <dgm:pt modelId="{0A7D3BCF-17DB-41E3-858B-E2C09C2E5D3E}">
      <dgm:prSet/>
      <dgm:spPr/>
      <dgm:t>
        <a:bodyPr/>
        <a:lstStyle/>
        <a:p>
          <a:r>
            <a:rPr lang="en-US"/>
            <a:t>• Fontos a prímszámok és összetett számok felismerésében</a:t>
          </a:r>
        </a:p>
      </dgm:t>
    </dgm:pt>
    <dgm:pt modelId="{08AFFC2A-62B5-4490-BD0C-39F5F2FF1F82}" type="parTrans" cxnId="{2C425941-5075-42AF-9C89-B5064D80A541}">
      <dgm:prSet/>
      <dgm:spPr/>
      <dgm:t>
        <a:bodyPr/>
        <a:lstStyle/>
        <a:p>
          <a:endParaRPr lang="en-US"/>
        </a:p>
      </dgm:t>
    </dgm:pt>
    <dgm:pt modelId="{CEEFD0C0-F543-4251-8CCF-E84E2B7A1221}" type="sibTrans" cxnId="{2C425941-5075-42AF-9C89-B5064D80A541}">
      <dgm:prSet/>
      <dgm:spPr/>
      <dgm:t>
        <a:bodyPr/>
        <a:lstStyle/>
        <a:p>
          <a:endParaRPr lang="en-US"/>
        </a:p>
      </dgm:t>
    </dgm:pt>
    <dgm:pt modelId="{DA8D208D-77F8-4D27-BC53-4204F57FFF7C}">
      <dgm:prSet/>
      <dgm:spPr/>
      <dgm:t>
        <a:bodyPr/>
        <a:lstStyle/>
        <a:p>
          <a:r>
            <a:rPr lang="en-US"/>
            <a:t>• Hasznos a számítógépes kódolásban és titkosításban is!</a:t>
          </a:r>
        </a:p>
      </dgm:t>
    </dgm:pt>
    <dgm:pt modelId="{9723922C-ECDB-4173-B3DC-675BDF8BE36D}" type="parTrans" cxnId="{7116B1C9-E258-4DB3-9369-7660A6CAE490}">
      <dgm:prSet/>
      <dgm:spPr/>
      <dgm:t>
        <a:bodyPr/>
        <a:lstStyle/>
        <a:p>
          <a:endParaRPr lang="en-US"/>
        </a:p>
      </dgm:t>
    </dgm:pt>
    <dgm:pt modelId="{520CD9DC-367F-4AB2-9246-A016C972E3D0}" type="sibTrans" cxnId="{7116B1C9-E258-4DB3-9369-7660A6CAE490}">
      <dgm:prSet/>
      <dgm:spPr/>
      <dgm:t>
        <a:bodyPr/>
        <a:lstStyle/>
        <a:p>
          <a:endParaRPr lang="en-US"/>
        </a:p>
      </dgm:t>
    </dgm:pt>
    <dgm:pt modelId="{AB1E3BAB-6F9D-4A6F-8797-1DC13AE64C47}" type="pres">
      <dgm:prSet presAssocID="{E37B68A6-3A88-4108-A37E-07DCA4F26B7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4E0612-D6B9-448A-8B87-C139516C3A8E}" type="pres">
      <dgm:prSet presAssocID="{524D02C1-2DAC-4805-9C98-D6EDB323066A}" presName="hierRoot1" presStyleCnt="0"/>
      <dgm:spPr/>
    </dgm:pt>
    <dgm:pt modelId="{97186159-8A12-43C9-BC03-333DA3ACEC66}" type="pres">
      <dgm:prSet presAssocID="{524D02C1-2DAC-4805-9C98-D6EDB323066A}" presName="composite" presStyleCnt="0"/>
      <dgm:spPr/>
    </dgm:pt>
    <dgm:pt modelId="{AFF34876-8CCC-4817-8DA5-709422BE3726}" type="pres">
      <dgm:prSet presAssocID="{524D02C1-2DAC-4805-9C98-D6EDB323066A}" presName="background" presStyleLbl="node0" presStyleIdx="0" presStyleCnt="4"/>
      <dgm:spPr/>
    </dgm:pt>
    <dgm:pt modelId="{BFACB6D0-8A32-467A-8850-7EB712FD2886}" type="pres">
      <dgm:prSet presAssocID="{524D02C1-2DAC-4805-9C98-D6EDB323066A}" presName="text" presStyleLbl="fgAcc0" presStyleIdx="0" presStyleCnt="4">
        <dgm:presLayoutVars>
          <dgm:chPref val="3"/>
        </dgm:presLayoutVars>
      </dgm:prSet>
      <dgm:spPr/>
    </dgm:pt>
    <dgm:pt modelId="{E5FFA9D2-64AC-463C-9A62-1AB00B3D6B68}" type="pres">
      <dgm:prSet presAssocID="{524D02C1-2DAC-4805-9C98-D6EDB323066A}" presName="hierChild2" presStyleCnt="0"/>
      <dgm:spPr/>
    </dgm:pt>
    <dgm:pt modelId="{B6757360-D441-40CA-8E24-13352A29DC84}" type="pres">
      <dgm:prSet presAssocID="{B21D21D1-0F21-422A-9CD5-8891D8784311}" presName="hierRoot1" presStyleCnt="0"/>
      <dgm:spPr/>
    </dgm:pt>
    <dgm:pt modelId="{DE3C1F5F-B8D9-45D5-97EC-CE9A864E89AA}" type="pres">
      <dgm:prSet presAssocID="{B21D21D1-0F21-422A-9CD5-8891D8784311}" presName="composite" presStyleCnt="0"/>
      <dgm:spPr/>
    </dgm:pt>
    <dgm:pt modelId="{9721CE80-68AE-40A4-B132-452F80ACC5A9}" type="pres">
      <dgm:prSet presAssocID="{B21D21D1-0F21-422A-9CD5-8891D8784311}" presName="background" presStyleLbl="node0" presStyleIdx="1" presStyleCnt="4"/>
      <dgm:spPr/>
    </dgm:pt>
    <dgm:pt modelId="{330519CC-ADA9-4C45-971D-C62A4D8081BB}" type="pres">
      <dgm:prSet presAssocID="{B21D21D1-0F21-422A-9CD5-8891D8784311}" presName="text" presStyleLbl="fgAcc0" presStyleIdx="1" presStyleCnt="4">
        <dgm:presLayoutVars>
          <dgm:chPref val="3"/>
        </dgm:presLayoutVars>
      </dgm:prSet>
      <dgm:spPr/>
    </dgm:pt>
    <dgm:pt modelId="{F780D9B7-6457-4317-9486-CDE2622291D1}" type="pres">
      <dgm:prSet presAssocID="{B21D21D1-0F21-422A-9CD5-8891D8784311}" presName="hierChild2" presStyleCnt="0"/>
      <dgm:spPr/>
    </dgm:pt>
    <dgm:pt modelId="{6822181E-7717-4BD7-996D-C61179FC53F1}" type="pres">
      <dgm:prSet presAssocID="{0A7D3BCF-17DB-41E3-858B-E2C09C2E5D3E}" presName="hierRoot1" presStyleCnt="0"/>
      <dgm:spPr/>
    </dgm:pt>
    <dgm:pt modelId="{4C8489E4-F4FC-4CE6-BF94-535C3F51FA3A}" type="pres">
      <dgm:prSet presAssocID="{0A7D3BCF-17DB-41E3-858B-E2C09C2E5D3E}" presName="composite" presStyleCnt="0"/>
      <dgm:spPr/>
    </dgm:pt>
    <dgm:pt modelId="{3B79123F-AB20-422C-A087-9B7A49FEC849}" type="pres">
      <dgm:prSet presAssocID="{0A7D3BCF-17DB-41E3-858B-E2C09C2E5D3E}" presName="background" presStyleLbl="node0" presStyleIdx="2" presStyleCnt="4"/>
      <dgm:spPr/>
    </dgm:pt>
    <dgm:pt modelId="{A467B1AD-F81B-4B54-8BDD-22005635F9C6}" type="pres">
      <dgm:prSet presAssocID="{0A7D3BCF-17DB-41E3-858B-E2C09C2E5D3E}" presName="text" presStyleLbl="fgAcc0" presStyleIdx="2" presStyleCnt="4">
        <dgm:presLayoutVars>
          <dgm:chPref val="3"/>
        </dgm:presLayoutVars>
      </dgm:prSet>
      <dgm:spPr/>
    </dgm:pt>
    <dgm:pt modelId="{0BBA8A3F-5F8F-4448-AA29-B9B7120B400C}" type="pres">
      <dgm:prSet presAssocID="{0A7D3BCF-17DB-41E3-858B-E2C09C2E5D3E}" presName="hierChild2" presStyleCnt="0"/>
      <dgm:spPr/>
    </dgm:pt>
    <dgm:pt modelId="{28442D97-B55C-4D50-B5BD-4B6F46D91003}" type="pres">
      <dgm:prSet presAssocID="{DA8D208D-77F8-4D27-BC53-4204F57FFF7C}" presName="hierRoot1" presStyleCnt="0"/>
      <dgm:spPr/>
    </dgm:pt>
    <dgm:pt modelId="{0EBAAC85-414C-4055-9C9C-8CA2D7A7090F}" type="pres">
      <dgm:prSet presAssocID="{DA8D208D-77F8-4D27-BC53-4204F57FFF7C}" presName="composite" presStyleCnt="0"/>
      <dgm:spPr/>
    </dgm:pt>
    <dgm:pt modelId="{90E7488A-FED3-45B0-8EDB-BB12F3DE0BAD}" type="pres">
      <dgm:prSet presAssocID="{DA8D208D-77F8-4D27-BC53-4204F57FFF7C}" presName="background" presStyleLbl="node0" presStyleIdx="3" presStyleCnt="4"/>
      <dgm:spPr/>
    </dgm:pt>
    <dgm:pt modelId="{FEADAFDD-883B-4395-BBB5-0923C8E89E62}" type="pres">
      <dgm:prSet presAssocID="{DA8D208D-77F8-4D27-BC53-4204F57FFF7C}" presName="text" presStyleLbl="fgAcc0" presStyleIdx="3" presStyleCnt="4">
        <dgm:presLayoutVars>
          <dgm:chPref val="3"/>
        </dgm:presLayoutVars>
      </dgm:prSet>
      <dgm:spPr/>
    </dgm:pt>
    <dgm:pt modelId="{34647D33-C67E-470D-AAEA-6468F54AB4EE}" type="pres">
      <dgm:prSet presAssocID="{DA8D208D-77F8-4D27-BC53-4204F57FFF7C}" presName="hierChild2" presStyleCnt="0"/>
      <dgm:spPr/>
    </dgm:pt>
  </dgm:ptLst>
  <dgm:cxnLst>
    <dgm:cxn modelId="{72135740-70B6-413F-8F83-71913AEE2334}" type="presOf" srcId="{E37B68A6-3A88-4108-A37E-07DCA4F26B7A}" destId="{AB1E3BAB-6F9D-4A6F-8797-1DC13AE64C47}" srcOrd="0" destOrd="0" presId="urn:microsoft.com/office/officeart/2005/8/layout/hierarchy1"/>
    <dgm:cxn modelId="{66E86D5F-962A-4391-999A-6980F5174460}" type="presOf" srcId="{DA8D208D-77F8-4D27-BC53-4204F57FFF7C}" destId="{FEADAFDD-883B-4395-BBB5-0923C8E89E62}" srcOrd="0" destOrd="0" presId="urn:microsoft.com/office/officeart/2005/8/layout/hierarchy1"/>
    <dgm:cxn modelId="{2C425941-5075-42AF-9C89-B5064D80A541}" srcId="{E37B68A6-3A88-4108-A37E-07DCA4F26B7A}" destId="{0A7D3BCF-17DB-41E3-858B-E2C09C2E5D3E}" srcOrd="2" destOrd="0" parTransId="{08AFFC2A-62B5-4490-BD0C-39F5F2FF1F82}" sibTransId="{CEEFD0C0-F543-4251-8CCF-E84E2B7A1221}"/>
    <dgm:cxn modelId="{3DAE2A4F-DE22-4EAF-B500-5F2792447069}" type="presOf" srcId="{524D02C1-2DAC-4805-9C98-D6EDB323066A}" destId="{BFACB6D0-8A32-467A-8850-7EB712FD2886}" srcOrd="0" destOrd="0" presId="urn:microsoft.com/office/officeart/2005/8/layout/hierarchy1"/>
    <dgm:cxn modelId="{E397917A-BF0C-459C-A2B1-FE2B14E955BC}" srcId="{E37B68A6-3A88-4108-A37E-07DCA4F26B7A}" destId="{524D02C1-2DAC-4805-9C98-D6EDB323066A}" srcOrd="0" destOrd="0" parTransId="{933FC7CE-9F81-4180-8EA5-9BCDCF9EED0C}" sibTransId="{30D64D62-684C-4062-906B-66B8936C47DE}"/>
    <dgm:cxn modelId="{4AAF29BA-B9DC-4D9C-A17F-02BD0CAEB55F}" srcId="{E37B68A6-3A88-4108-A37E-07DCA4F26B7A}" destId="{B21D21D1-0F21-422A-9CD5-8891D8784311}" srcOrd="1" destOrd="0" parTransId="{DBC4AEBC-C001-40D8-831E-3B6E195D2EFE}" sibTransId="{E10FC40D-2D17-47C4-A78D-F8971D7ACD83}"/>
    <dgm:cxn modelId="{7116B1C9-E258-4DB3-9369-7660A6CAE490}" srcId="{E37B68A6-3A88-4108-A37E-07DCA4F26B7A}" destId="{DA8D208D-77F8-4D27-BC53-4204F57FFF7C}" srcOrd="3" destOrd="0" parTransId="{9723922C-ECDB-4173-B3DC-675BDF8BE36D}" sibTransId="{520CD9DC-367F-4AB2-9246-A016C972E3D0}"/>
    <dgm:cxn modelId="{B09CB6E4-6CBD-4A95-A095-5F799D784D56}" type="presOf" srcId="{B21D21D1-0F21-422A-9CD5-8891D8784311}" destId="{330519CC-ADA9-4C45-971D-C62A4D8081BB}" srcOrd="0" destOrd="0" presId="urn:microsoft.com/office/officeart/2005/8/layout/hierarchy1"/>
    <dgm:cxn modelId="{53B5CEE4-E1BA-4A11-B41B-4CB9B9C7FBD4}" type="presOf" srcId="{0A7D3BCF-17DB-41E3-858B-E2C09C2E5D3E}" destId="{A467B1AD-F81B-4B54-8BDD-22005635F9C6}" srcOrd="0" destOrd="0" presId="urn:microsoft.com/office/officeart/2005/8/layout/hierarchy1"/>
    <dgm:cxn modelId="{22BECBD9-7F2A-411F-8010-767C412E3B51}" type="presParOf" srcId="{AB1E3BAB-6F9D-4A6F-8797-1DC13AE64C47}" destId="{904E0612-D6B9-448A-8B87-C139516C3A8E}" srcOrd="0" destOrd="0" presId="urn:microsoft.com/office/officeart/2005/8/layout/hierarchy1"/>
    <dgm:cxn modelId="{D7FE93AF-D30C-4A2D-A603-3B4619F39566}" type="presParOf" srcId="{904E0612-D6B9-448A-8B87-C139516C3A8E}" destId="{97186159-8A12-43C9-BC03-333DA3ACEC66}" srcOrd="0" destOrd="0" presId="urn:microsoft.com/office/officeart/2005/8/layout/hierarchy1"/>
    <dgm:cxn modelId="{75A2B2CA-AFA6-4438-A3D4-15D0783D41AD}" type="presParOf" srcId="{97186159-8A12-43C9-BC03-333DA3ACEC66}" destId="{AFF34876-8CCC-4817-8DA5-709422BE3726}" srcOrd="0" destOrd="0" presId="urn:microsoft.com/office/officeart/2005/8/layout/hierarchy1"/>
    <dgm:cxn modelId="{8BB8576F-06AA-42D7-985E-F4FFD10A2233}" type="presParOf" srcId="{97186159-8A12-43C9-BC03-333DA3ACEC66}" destId="{BFACB6D0-8A32-467A-8850-7EB712FD2886}" srcOrd="1" destOrd="0" presId="urn:microsoft.com/office/officeart/2005/8/layout/hierarchy1"/>
    <dgm:cxn modelId="{56C6B859-7914-48F4-9CF9-32F46B3D1DC0}" type="presParOf" srcId="{904E0612-D6B9-448A-8B87-C139516C3A8E}" destId="{E5FFA9D2-64AC-463C-9A62-1AB00B3D6B68}" srcOrd="1" destOrd="0" presId="urn:microsoft.com/office/officeart/2005/8/layout/hierarchy1"/>
    <dgm:cxn modelId="{76F8A126-FEE9-4227-BE52-27989B50943A}" type="presParOf" srcId="{AB1E3BAB-6F9D-4A6F-8797-1DC13AE64C47}" destId="{B6757360-D441-40CA-8E24-13352A29DC84}" srcOrd="1" destOrd="0" presId="urn:microsoft.com/office/officeart/2005/8/layout/hierarchy1"/>
    <dgm:cxn modelId="{BBD0366B-5236-46DF-874B-416DFF04B5ED}" type="presParOf" srcId="{B6757360-D441-40CA-8E24-13352A29DC84}" destId="{DE3C1F5F-B8D9-45D5-97EC-CE9A864E89AA}" srcOrd="0" destOrd="0" presId="urn:microsoft.com/office/officeart/2005/8/layout/hierarchy1"/>
    <dgm:cxn modelId="{1905171C-17E6-42A2-B08C-F5340CC969D5}" type="presParOf" srcId="{DE3C1F5F-B8D9-45D5-97EC-CE9A864E89AA}" destId="{9721CE80-68AE-40A4-B132-452F80ACC5A9}" srcOrd="0" destOrd="0" presId="urn:microsoft.com/office/officeart/2005/8/layout/hierarchy1"/>
    <dgm:cxn modelId="{86EFF088-BC7E-4887-96E4-6011F593D586}" type="presParOf" srcId="{DE3C1F5F-B8D9-45D5-97EC-CE9A864E89AA}" destId="{330519CC-ADA9-4C45-971D-C62A4D8081BB}" srcOrd="1" destOrd="0" presId="urn:microsoft.com/office/officeart/2005/8/layout/hierarchy1"/>
    <dgm:cxn modelId="{D80B1DD8-CDAE-4B79-9872-18855BB146CE}" type="presParOf" srcId="{B6757360-D441-40CA-8E24-13352A29DC84}" destId="{F780D9B7-6457-4317-9486-CDE2622291D1}" srcOrd="1" destOrd="0" presId="urn:microsoft.com/office/officeart/2005/8/layout/hierarchy1"/>
    <dgm:cxn modelId="{1A839F4B-767D-4F06-BD24-A740950B8EC2}" type="presParOf" srcId="{AB1E3BAB-6F9D-4A6F-8797-1DC13AE64C47}" destId="{6822181E-7717-4BD7-996D-C61179FC53F1}" srcOrd="2" destOrd="0" presId="urn:microsoft.com/office/officeart/2005/8/layout/hierarchy1"/>
    <dgm:cxn modelId="{8D7AF856-FEE6-415B-BC7F-4F6A6476D000}" type="presParOf" srcId="{6822181E-7717-4BD7-996D-C61179FC53F1}" destId="{4C8489E4-F4FC-4CE6-BF94-535C3F51FA3A}" srcOrd="0" destOrd="0" presId="urn:microsoft.com/office/officeart/2005/8/layout/hierarchy1"/>
    <dgm:cxn modelId="{E27868BB-15BE-4930-AD06-AE39AD2575C5}" type="presParOf" srcId="{4C8489E4-F4FC-4CE6-BF94-535C3F51FA3A}" destId="{3B79123F-AB20-422C-A087-9B7A49FEC849}" srcOrd="0" destOrd="0" presId="urn:microsoft.com/office/officeart/2005/8/layout/hierarchy1"/>
    <dgm:cxn modelId="{FD5FB9D9-D4B2-4471-A4F2-66B53FF29087}" type="presParOf" srcId="{4C8489E4-F4FC-4CE6-BF94-535C3F51FA3A}" destId="{A467B1AD-F81B-4B54-8BDD-22005635F9C6}" srcOrd="1" destOrd="0" presId="urn:microsoft.com/office/officeart/2005/8/layout/hierarchy1"/>
    <dgm:cxn modelId="{88F28EF6-BAAF-4154-8049-5CCD5BB45E44}" type="presParOf" srcId="{6822181E-7717-4BD7-996D-C61179FC53F1}" destId="{0BBA8A3F-5F8F-4448-AA29-B9B7120B400C}" srcOrd="1" destOrd="0" presId="urn:microsoft.com/office/officeart/2005/8/layout/hierarchy1"/>
    <dgm:cxn modelId="{E0EDBC44-2AAF-40A1-A26C-86E0420A072F}" type="presParOf" srcId="{AB1E3BAB-6F9D-4A6F-8797-1DC13AE64C47}" destId="{28442D97-B55C-4D50-B5BD-4B6F46D91003}" srcOrd="3" destOrd="0" presId="urn:microsoft.com/office/officeart/2005/8/layout/hierarchy1"/>
    <dgm:cxn modelId="{DB172858-C656-456E-B1CA-5669E7F4CB7D}" type="presParOf" srcId="{28442D97-B55C-4D50-B5BD-4B6F46D91003}" destId="{0EBAAC85-414C-4055-9C9C-8CA2D7A7090F}" srcOrd="0" destOrd="0" presId="urn:microsoft.com/office/officeart/2005/8/layout/hierarchy1"/>
    <dgm:cxn modelId="{05060119-D33A-4BD3-AB48-0CF70D341E48}" type="presParOf" srcId="{0EBAAC85-414C-4055-9C9C-8CA2D7A7090F}" destId="{90E7488A-FED3-45B0-8EDB-BB12F3DE0BAD}" srcOrd="0" destOrd="0" presId="urn:microsoft.com/office/officeart/2005/8/layout/hierarchy1"/>
    <dgm:cxn modelId="{DC345478-B13B-47D4-867B-CCFD90CE7DD1}" type="presParOf" srcId="{0EBAAC85-414C-4055-9C9C-8CA2D7A7090F}" destId="{FEADAFDD-883B-4395-BBB5-0923C8E89E62}" srcOrd="1" destOrd="0" presId="urn:microsoft.com/office/officeart/2005/8/layout/hierarchy1"/>
    <dgm:cxn modelId="{9809FDA6-BE12-4841-B3D7-E958E0A17667}" type="presParOf" srcId="{28442D97-B55C-4D50-B5BD-4B6F46D91003}" destId="{34647D33-C67E-470D-AAEA-6468F54AB4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EEDCC3-714C-4B45-8F16-B50FF88786C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9982EDC-A361-41C8-A6A4-CC14706D933B}">
      <dgm:prSet/>
      <dgm:spPr/>
      <dgm:t>
        <a:bodyPr/>
        <a:lstStyle/>
        <a:p>
          <a:r>
            <a:rPr lang="en-US"/>
            <a:t>Egy szám osztható 2-vel, ha páros, vagyis ha az utolsó számjegye 0, 2, 4, 6 vagy 8.</a:t>
          </a:r>
        </a:p>
      </dgm:t>
    </dgm:pt>
    <dgm:pt modelId="{1C1319AA-8C3B-44F5-8DFA-8766B11608A6}" type="parTrans" cxnId="{2F8FA3E4-BCCA-4EF6-8118-985C3EB5B028}">
      <dgm:prSet/>
      <dgm:spPr/>
      <dgm:t>
        <a:bodyPr/>
        <a:lstStyle/>
        <a:p>
          <a:endParaRPr lang="en-US"/>
        </a:p>
      </dgm:t>
    </dgm:pt>
    <dgm:pt modelId="{22259BD5-2C5F-4FC1-94A4-E7826DD4720D}" type="sibTrans" cxnId="{2F8FA3E4-BCCA-4EF6-8118-985C3EB5B028}">
      <dgm:prSet/>
      <dgm:spPr/>
      <dgm:t>
        <a:bodyPr/>
        <a:lstStyle/>
        <a:p>
          <a:endParaRPr lang="en-US"/>
        </a:p>
      </dgm:t>
    </dgm:pt>
    <dgm:pt modelId="{2B35E592-0681-4658-B41D-4E80D9720032}">
      <dgm:prSet/>
      <dgm:spPr/>
      <dgm:t>
        <a:bodyPr/>
        <a:lstStyle/>
        <a:p>
          <a:r>
            <a:rPr lang="en-US"/>
            <a:t>Példa: 124, 306, 58.</a:t>
          </a:r>
        </a:p>
      </dgm:t>
    </dgm:pt>
    <dgm:pt modelId="{3F38BB5A-EE9F-41D9-9B80-52F93E854633}" type="parTrans" cxnId="{3A7437ED-0F81-48D5-8265-F381ECA0F983}">
      <dgm:prSet/>
      <dgm:spPr/>
      <dgm:t>
        <a:bodyPr/>
        <a:lstStyle/>
        <a:p>
          <a:endParaRPr lang="en-US"/>
        </a:p>
      </dgm:t>
    </dgm:pt>
    <dgm:pt modelId="{0A5EF72D-46A6-43C9-89BF-01FEFDBC69CD}" type="sibTrans" cxnId="{3A7437ED-0F81-48D5-8265-F381ECA0F983}">
      <dgm:prSet/>
      <dgm:spPr/>
      <dgm:t>
        <a:bodyPr/>
        <a:lstStyle/>
        <a:p>
          <a:endParaRPr lang="en-US"/>
        </a:p>
      </dgm:t>
    </dgm:pt>
    <dgm:pt modelId="{7057E7BE-35AC-45CD-A539-78AA4BCC06CD}" type="pres">
      <dgm:prSet presAssocID="{2AEEDCC3-714C-4B45-8F16-B50FF88786CC}" presName="root" presStyleCnt="0">
        <dgm:presLayoutVars>
          <dgm:dir/>
          <dgm:resizeHandles val="exact"/>
        </dgm:presLayoutVars>
      </dgm:prSet>
      <dgm:spPr/>
    </dgm:pt>
    <dgm:pt modelId="{A52B3CAF-011B-4472-AD6F-EE016A0AAE93}" type="pres">
      <dgm:prSet presAssocID="{D9982EDC-A361-41C8-A6A4-CC14706D933B}" presName="compNode" presStyleCnt="0"/>
      <dgm:spPr/>
    </dgm:pt>
    <dgm:pt modelId="{98AE5A3C-B83F-4CAB-8A0E-FDE818B68CC9}" type="pres">
      <dgm:prSet presAssocID="{D9982EDC-A361-41C8-A6A4-CC14706D933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vos"/>
        </a:ext>
      </dgm:extLst>
    </dgm:pt>
    <dgm:pt modelId="{01F6461B-3F7A-4FCE-9253-F5CF438B9E9D}" type="pres">
      <dgm:prSet presAssocID="{D9982EDC-A361-41C8-A6A4-CC14706D933B}" presName="spaceRect" presStyleCnt="0"/>
      <dgm:spPr/>
    </dgm:pt>
    <dgm:pt modelId="{7037C431-AD95-446A-9845-661F3741A1FE}" type="pres">
      <dgm:prSet presAssocID="{D9982EDC-A361-41C8-A6A4-CC14706D933B}" presName="textRect" presStyleLbl="revTx" presStyleIdx="0" presStyleCnt="2">
        <dgm:presLayoutVars>
          <dgm:chMax val="1"/>
          <dgm:chPref val="1"/>
        </dgm:presLayoutVars>
      </dgm:prSet>
      <dgm:spPr/>
    </dgm:pt>
    <dgm:pt modelId="{18205355-60B3-4F8C-A96F-E5067ED829D0}" type="pres">
      <dgm:prSet presAssocID="{22259BD5-2C5F-4FC1-94A4-E7826DD4720D}" presName="sibTrans" presStyleCnt="0"/>
      <dgm:spPr/>
    </dgm:pt>
    <dgm:pt modelId="{57419CC0-2D7D-4A6E-9404-ACE16D4FDB03}" type="pres">
      <dgm:prSet presAssocID="{2B35E592-0681-4658-B41D-4E80D9720032}" presName="compNode" presStyleCnt="0"/>
      <dgm:spPr/>
    </dgm:pt>
    <dgm:pt modelId="{7D8F49C8-C3B5-4521-8A78-321DB086D7AE}" type="pres">
      <dgm:prSet presAssocID="{2B35E592-0681-4658-B41D-4E80D972003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sék"/>
        </a:ext>
      </dgm:extLst>
    </dgm:pt>
    <dgm:pt modelId="{A2B7F730-7812-48E5-814E-ECEA7D7E9686}" type="pres">
      <dgm:prSet presAssocID="{2B35E592-0681-4658-B41D-4E80D9720032}" presName="spaceRect" presStyleCnt="0"/>
      <dgm:spPr/>
    </dgm:pt>
    <dgm:pt modelId="{9D523E66-D965-41DF-9870-4429A1ED0918}" type="pres">
      <dgm:prSet presAssocID="{2B35E592-0681-4658-B41D-4E80D972003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AA41304-E3AA-4285-A231-1BFCF4F99020}" type="presOf" srcId="{2AEEDCC3-714C-4B45-8F16-B50FF88786CC}" destId="{7057E7BE-35AC-45CD-A539-78AA4BCC06CD}" srcOrd="0" destOrd="0" presId="urn:microsoft.com/office/officeart/2018/2/layout/IconLabelList"/>
    <dgm:cxn modelId="{B872FF33-A153-4732-9116-ED86C0BE11AB}" type="presOf" srcId="{D9982EDC-A361-41C8-A6A4-CC14706D933B}" destId="{7037C431-AD95-446A-9845-661F3741A1FE}" srcOrd="0" destOrd="0" presId="urn:microsoft.com/office/officeart/2018/2/layout/IconLabelList"/>
    <dgm:cxn modelId="{8104F674-1146-48BD-B990-E258AF75866E}" type="presOf" srcId="{2B35E592-0681-4658-B41D-4E80D9720032}" destId="{9D523E66-D965-41DF-9870-4429A1ED0918}" srcOrd="0" destOrd="0" presId="urn:microsoft.com/office/officeart/2018/2/layout/IconLabelList"/>
    <dgm:cxn modelId="{2F8FA3E4-BCCA-4EF6-8118-985C3EB5B028}" srcId="{2AEEDCC3-714C-4B45-8F16-B50FF88786CC}" destId="{D9982EDC-A361-41C8-A6A4-CC14706D933B}" srcOrd="0" destOrd="0" parTransId="{1C1319AA-8C3B-44F5-8DFA-8766B11608A6}" sibTransId="{22259BD5-2C5F-4FC1-94A4-E7826DD4720D}"/>
    <dgm:cxn modelId="{3A7437ED-0F81-48D5-8265-F381ECA0F983}" srcId="{2AEEDCC3-714C-4B45-8F16-B50FF88786CC}" destId="{2B35E592-0681-4658-B41D-4E80D9720032}" srcOrd="1" destOrd="0" parTransId="{3F38BB5A-EE9F-41D9-9B80-52F93E854633}" sibTransId="{0A5EF72D-46A6-43C9-89BF-01FEFDBC69CD}"/>
    <dgm:cxn modelId="{610887AE-1DB7-47E5-A73B-DA993B2C2A65}" type="presParOf" srcId="{7057E7BE-35AC-45CD-A539-78AA4BCC06CD}" destId="{A52B3CAF-011B-4472-AD6F-EE016A0AAE93}" srcOrd="0" destOrd="0" presId="urn:microsoft.com/office/officeart/2018/2/layout/IconLabelList"/>
    <dgm:cxn modelId="{13D6691E-87EF-49FC-86ED-34A998692C0B}" type="presParOf" srcId="{A52B3CAF-011B-4472-AD6F-EE016A0AAE93}" destId="{98AE5A3C-B83F-4CAB-8A0E-FDE818B68CC9}" srcOrd="0" destOrd="0" presId="urn:microsoft.com/office/officeart/2018/2/layout/IconLabelList"/>
    <dgm:cxn modelId="{738BFE9D-4604-4ED9-97BB-CCCE67E2680D}" type="presParOf" srcId="{A52B3CAF-011B-4472-AD6F-EE016A0AAE93}" destId="{01F6461B-3F7A-4FCE-9253-F5CF438B9E9D}" srcOrd="1" destOrd="0" presId="urn:microsoft.com/office/officeart/2018/2/layout/IconLabelList"/>
    <dgm:cxn modelId="{7EC59E2E-3FD4-4C58-AEFC-0815C2F75BBC}" type="presParOf" srcId="{A52B3CAF-011B-4472-AD6F-EE016A0AAE93}" destId="{7037C431-AD95-446A-9845-661F3741A1FE}" srcOrd="2" destOrd="0" presId="urn:microsoft.com/office/officeart/2018/2/layout/IconLabelList"/>
    <dgm:cxn modelId="{A8228567-D79A-4794-90E3-85B7794D61E3}" type="presParOf" srcId="{7057E7BE-35AC-45CD-A539-78AA4BCC06CD}" destId="{18205355-60B3-4F8C-A96F-E5067ED829D0}" srcOrd="1" destOrd="0" presId="urn:microsoft.com/office/officeart/2018/2/layout/IconLabelList"/>
    <dgm:cxn modelId="{D2758398-06F4-44DB-93F3-1F4F15EF65D3}" type="presParOf" srcId="{7057E7BE-35AC-45CD-A539-78AA4BCC06CD}" destId="{57419CC0-2D7D-4A6E-9404-ACE16D4FDB03}" srcOrd="2" destOrd="0" presId="urn:microsoft.com/office/officeart/2018/2/layout/IconLabelList"/>
    <dgm:cxn modelId="{242F4BD9-D469-4706-8C4E-46045A669276}" type="presParOf" srcId="{57419CC0-2D7D-4A6E-9404-ACE16D4FDB03}" destId="{7D8F49C8-C3B5-4521-8A78-321DB086D7AE}" srcOrd="0" destOrd="0" presId="urn:microsoft.com/office/officeart/2018/2/layout/IconLabelList"/>
    <dgm:cxn modelId="{22ED7152-7E62-4B31-B7A7-9B986DEAE460}" type="presParOf" srcId="{57419CC0-2D7D-4A6E-9404-ACE16D4FDB03}" destId="{A2B7F730-7812-48E5-814E-ECEA7D7E9686}" srcOrd="1" destOrd="0" presId="urn:microsoft.com/office/officeart/2018/2/layout/IconLabelList"/>
    <dgm:cxn modelId="{0EA743E9-4DC7-4AA6-8B25-BFEA885C3471}" type="presParOf" srcId="{57419CC0-2D7D-4A6E-9404-ACE16D4FDB03}" destId="{9D523E66-D965-41DF-9870-4429A1ED09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FD8D04-2DB1-48E4-9CA7-D321369316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411EF0C-C723-4935-B511-D07058F3B7F8}">
      <dgm:prSet/>
      <dgm:spPr/>
      <dgm:t>
        <a:bodyPr/>
        <a:lstStyle/>
        <a:p>
          <a:r>
            <a:rPr lang="en-US"/>
            <a:t>Egy szám osztható 3-mal, ha a számjegyeinek összege osztható 3-mal.</a:t>
          </a:r>
        </a:p>
      </dgm:t>
    </dgm:pt>
    <dgm:pt modelId="{27BF55A4-9259-4B98-98A6-26A103204BDC}" type="parTrans" cxnId="{70B25522-9947-4B5F-BE50-8559EE5D1D09}">
      <dgm:prSet/>
      <dgm:spPr/>
      <dgm:t>
        <a:bodyPr/>
        <a:lstStyle/>
        <a:p>
          <a:endParaRPr lang="en-US"/>
        </a:p>
      </dgm:t>
    </dgm:pt>
    <dgm:pt modelId="{83716EC7-D2D4-44E5-BC4A-7E66F14D832E}" type="sibTrans" cxnId="{70B25522-9947-4B5F-BE50-8559EE5D1D09}">
      <dgm:prSet/>
      <dgm:spPr/>
      <dgm:t>
        <a:bodyPr/>
        <a:lstStyle/>
        <a:p>
          <a:endParaRPr lang="en-US"/>
        </a:p>
      </dgm:t>
    </dgm:pt>
    <dgm:pt modelId="{B676DD43-4339-4CBF-96F4-1A1AECCE573E}">
      <dgm:prSet/>
      <dgm:spPr/>
      <dgm:t>
        <a:bodyPr/>
        <a:lstStyle/>
        <a:p>
          <a:r>
            <a:rPr lang="en-US"/>
            <a:t>Példa: 123 → 1+2+3=6, és 6 osztható 3-mal.</a:t>
          </a:r>
        </a:p>
      </dgm:t>
    </dgm:pt>
    <dgm:pt modelId="{66D133F7-1C39-4C57-AA98-7633915A5460}" type="parTrans" cxnId="{DCA858A0-E764-430A-A379-38033FC78250}">
      <dgm:prSet/>
      <dgm:spPr/>
      <dgm:t>
        <a:bodyPr/>
        <a:lstStyle/>
        <a:p>
          <a:endParaRPr lang="en-US"/>
        </a:p>
      </dgm:t>
    </dgm:pt>
    <dgm:pt modelId="{399C7F2E-DA56-4AB2-98B6-D40BB551C4B0}" type="sibTrans" cxnId="{DCA858A0-E764-430A-A379-38033FC78250}">
      <dgm:prSet/>
      <dgm:spPr/>
      <dgm:t>
        <a:bodyPr/>
        <a:lstStyle/>
        <a:p>
          <a:endParaRPr lang="en-US"/>
        </a:p>
      </dgm:t>
    </dgm:pt>
    <dgm:pt modelId="{BC577ED0-F413-4790-BFB8-79CCCB91332F}" type="pres">
      <dgm:prSet presAssocID="{27FD8D04-2DB1-48E4-9CA7-D3213693161C}" presName="root" presStyleCnt="0">
        <dgm:presLayoutVars>
          <dgm:dir/>
          <dgm:resizeHandles val="exact"/>
        </dgm:presLayoutVars>
      </dgm:prSet>
      <dgm:spPr/>
    </dgm:pt>
    <dgm:pt modelId="{43C12F37-56C7-4BD3-B10E-CB5D6EF6EE44}" type="pres">
      <dgm:prSet presAssocID="{E411EF0C-C723-4935-B511-D07058F3B7F8}" presName="compNode" presStyleCnt="0"/>
      <dgm:spPr/>
    </dgm:pt>
    <dgm:pt modelId="{E5BEDDD7-F7F8-42C3-A50F-10D0A715C0D5}" type="pres">
      <dgm:prSet presAssocID="{E411EF0C-C723-4935-B511-D07058F3B7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ozó"/>
        </a:ext>
      </dgm:extLst>
    </dgm:pt>
    <dgm:pt modelId="{5B77E977-51A8-449C-890F-0BB877DAC1F2}" type="pres">
      <dgm:prSet presAssocID="{E411EF0C-C723-4935-B511-D07058F3B7F8}" presName="spaceRect" presStyleCnt="0"/>
      <dgm:spPr/>
    </dgm:pt>
    <dgm:pt modelId="{15A4CBFB-7D92-44D9-8980-AEBFC9FC382C}" type="pres">
      <dgm:prSet presAssocID="{E411EF0C-C723-4935-B511-D07058F3B7F8}" presName="textRect" presStyleLbl="revTx" presStyleIdx="0" presStyleCnt="2">
        <dgm:presLayoutVars>
          <dgm:chMax val="1"/>
          <dgm:chPref val="1"/>
        </dgm:presLayoutVars>
      </dgm:prSet>
      <dgm:spPr/>
    </dgm:pt>
    <dgm:pt modelId="{1D491435-9737-42E2-90E9-BF931629002B}" type="pres">
      <dgm:prSet presAssocID="{83716EC7-D2D4-44E5-BC4A-7E66F14D832E}" presName="sibTrans" presStyleCnt="0"/>
      <dgm:spPr/>
    </dgm:pt>
    <dgm:pt modelId="{4FC738B9-52B4-4DB9-83EE-80FF3EE19E41}" type="pres">
      <dgm:prSet presAssocID="{B676DD43-4339-4CBF-96F4-1A1AECCE573E}" presName="compNode" presStyleCnt="0"/>
      <dgm:spPr/>
    </dgm:pt>
    <dgm:pt modelId="{DEFCF5E2-B37E-47EF-AC61-C4F23516C03D}" type="pres">
      <dgm:prSet presAssocID="{B676DD43-4339-4CBF-96F4-1A1AECCE573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810DA840-671B-4265-AA1B-7C65D07EFAB9}" type="pres">
      <dgm:prSet presAssocID="{B676DD43-4339-4CBF-96F4-1A1AECCE573E}" presName="spaceRect" presStyleCnt="0"/>
      <dgm:spPr/>
    </dgm:pt>
    <dgm:pt modelId="{C91D98F8-7F2D-4336-A3EE-3BEF52A103B2}" type="pres">
      <dgm:prSet presAssocID="{B676DD43-4339-4CBF-96F4-1A1AECCE573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0B25522-9947-4B5F-BE50-8559EE5D1D09}" srcId="{27FD8D04-2DB1-48E4-9CA7-D3213693161C}" destId="{E411EF0C-C723-4935-B511-D07058F3B7F8}" srcOrd="0" destOrd="0" parTransId="{27BF55A4-9259-4B98-98A6-26A103204BDC}" sibTransId="{83716EC7-D2D4-44E5-BC4A-7E66F14D832E}"/>
    <dgm:cxn modelId="{3055AA2A-57A1-4240-ADF4-1E228AFB56DF}" type="presOf" srcId="{B676DD43-4339-4CBF-96F4-1A1AECCE573E}" destId="{C91D98F8-7F2D-4336-A3EE-3BEF52A103B2}" srcOrd="0" destOrd="0" presId="urn:microsoft.com/office/officeart/2018/2/layout/IconLabelList"/>
    <dgm:cxn modelId="{DCA858A0-E764-430A-A379-38033FC78250}" srcId="{27FD8D04-2DB1-48E4-9CA7-D3213693161C}" destId="{B676DD43-4339-4CBF-96F4-1A1AECCE573E}" srcOrd="1" destOrd="0" parTransId="{66D133F7-1C39-4C57-AA98-7633915A5460}" sibTransId="{399C7F2E-DA56-4AB2-98B6-D40BB551C4B0}"/>
    <dgm:cxn modelId="{E7EC42D6-999F-442C-9C07-D0D20D9B5FFF}" type="presOf" srcId="{E411EF0C-C723-4935-B511-D07058F3B7F8}" destId="{15A4CBFB-7D92-44D9-8980-AEBFC9FC382C}" srcOrd="0" destOrd="0" presId="urn:microsoft.com/office/officeart/2018/2/layout/IconLabelList"/>
    <dgm:cxn modelId="{8413EBF2-C434-47EF-8BD8-AE602CE2A265}" type="presOf" srcId="{27FD8D04-2DB1-48E4-9CA7-D3213693161C}" destId="{BC577ED0-F413-4790-BFB8-79CCCB91332F}" srcOrd="0" destOrd="0" presId="urn:microsoft.com/office/officeart/2018/2/layout/IconLabelList"/>
    <dgm:cxn modelId="{67DD53AF-6C1F-4D45-ACEC-EDECA30AFF0B}" type="presParOf" srcId="{BC577ED0-F413-4790-BFB8-79CCCB91332F}" destId="{43C12F37-56C7-4BD3-B10E-CB5D6EF6EE44}" srcOrd="0" destOrd="0" presId="urn:microsoft.com/office/officeart/2018/2/layout/IconLabelList"/>
    <dgm:cxn modelId="{4271D8DC-057C-419D-AB8D-24B2811449A9}" type="presParOf" srcId="{43C12F37-56C7-4BD3-B10E-CB5D6EF6EE44}" destId="{E5BEDDD7-F7F8-42C3-A50F-10D0A715C0D5}" srcOrd="0" destOrd="0" presId="urn:microsoft.com/office/officeart/2018/2/layout/IconLabelList"/>
    <dgm:cxn modelId="{D9CBF3DB-D4EC-4CD0-AF2C-5FAF3672270F}" type="presParOf" srcId="{43C12F37-56C7-4BD3-B10E-CB5D6EF6EE44}" destId="{5B77E977-51A8-449C-890F-0BB877DAC1F2}" srcOrd="1" destOrd="0" presId="urn:microsoft.com/office/officeart/2018/2/layout/IconLabelList"/>
    <dgm:cxn modelId="{FFAA36E9-45A4-42FF-836D-03E9CD883511}" type="presParOf" srcId="{43C12F37-56C7-4BD3-B10E-CB5D6EF6EE44}" destId="{15A4CBFB-7D92-44D9-8980-AEBFC9FC382C}" srcOrd="2" destOrd="0" presId="urn:microsoft.com/office/officeart/2018/2/layout/IconLabelList"/>
    <dgm:cxn modelId="{FDC676DD-8351-442F-ADEF-638F47A46130}" type="presParOf" srcId="{BC577ED0-F413-4790-BFB8-79CCCB91332F}" destId="{1D491435-9737-42E2-90E9-BF931629002B}" srcOrd="1" destOrd="0" presId="urn:microsoft.com/office/officeart/2018/2/layout/IconLabelList"/>
    <dgm:cxn modelId="{0DDB5228-A90E-4565-B595-B0811F64EA8B}" type="presParOf" srcId="{BC577ED0-F413-4790-BFB8-79CCCB91332F}" destId="{4FC738B9-52B4-4DB9-83EE-80FF3EE19E41}" srcOrd="2" destOrd="0" presId="urn:microsoft.com/office/officeart/2018/2/layout/IconLabelList"/>
    <dgm:cxn modelId="{69C1E01A-6C50-43FA-A080-7689DB97478B}" type="presParOf" srcId="{4FC738B9-52B4-4DB9-83EE-80FF3EE19E41}" destId="{DEFCF5E2-B37E-47EF-AC61-C4F23516C03D}" srcOrd="0" destOrd="0" presId="urn:microsoft.com/office/officeart/2018/2/layout/IconLabelList"/>
    <dgm:cxn modelId="{C9AC99AF-1AB4-49F6-A09D-BAC266C262B1}" type="presParOf" srcId="{4FC738B9-52B4-4DB9-83EE-80FF3EE19E41}" destId="{810DA840-671B-4265-AA1B-7C65D07EFAB9}" srcOrd="1" destOrd="0" presId="urn:microsoft.com/office/officeart/2018/2/layout/IconLabelList"/>
    <dgm:cxn modelId="{05FB9DB7-D87D-452E-AA9C-88BA70DA5851}" type="presParOf" srcId="{4FC738B9-52B4-4DB9-83EE-80FF3EE19E41}" destId="{C91D98F8-7F2D-4336-A3EE-3BEF52A103B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236758-B5EA-417F-B9A4-20625D5FA58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FD84401-03BB-45C2-BF76-FF5029A9856D}">
      <dgm:prSet/>
      <dgm:spPr/>
      <dgm:t>
        <a:bodyPr/>
        <a:lstStyle/>
        <a:p>
          <a:r>
            <a:rPr lang="en-US"/>
            <a:t>• Egy szám osztható 5-tel, ha 0-ra vagy 5-re végződik.</a:t>
          </a:r>
        </a:p>
      </dgm:t>
    </dgm:pt>
    <dgm:pt modelId="{2BC1D4A1-6399-498D-A459-C0ACBDB8B256}" type="parTrans" cxnId="{00A9B9D9-51EC-455C-9654-A2EF5AA7102D}">
      <dgm:prSet/>
      <dgm:spPr/>
      <dgm:t>
        <a:bodyPr/>
        <a:lstStyle/>
        <a:p>
          <a:endParaRPr lang="en-US"/>
        </a:p>
      </dgm:t>
    </dgm:pt>
    <dgm:pt modelId="{FC4E4977-7774-47FA-AA5F-DF4DF0FB64A7}" type="sibTrans" cxnId="{00A9B9D9-51EC-455C-9654-A2EF5AA7102D}">
      <dgm:prSet/>
      <dgm:spPr/>
      <dgm:t>
        <a:bodyPr/>
        <a:lstStyle/>
        <a:p>
          <a:endParaRPr lang="en-US"/>
        </a:p>
      </dgm:t>
    </dgm:pt>
    <dgm:pt modelId="{4AF5B8B1-C8CD-4413-BE31-556742F90428}">
      <dgm:prSet/>
      <dgm:spPr/>
      <dgm:t>
        <a:bodyPr/>
        <a:lstStyle/>
        <a:p>
          <a:r>
            <a:rPr lang="en-US"/>
            <a:t>• Egy szám osztható 10-zel, ha 0-ra végződik.</a:t>
          </a:r>
        </a:p>
      </dgm:t>
    </dgm:pt>
    <dgm:pt modelId="{A1C4B2FF-EBAB-4DC7-BB31-39CA8DA05656}" type="parTrans" cxnId="{41BE3C8D-E0CE-4993-B5B6-B66E943828D2}">
      <dgm:prSet/>
      <dgm:spPr/>
      <dgm:t>
        <a:bodyPr/>
        <a:lstStyle/>
        <a:p>
          <a:endParaRPr lang="en-US"/>
        </a:p>
      </dgm:t>
    </dgm:pt>
    <dgm:pt modelId="{68B2C6B5-1CAC-4FC7-935B-C5387C26AD99}" type="sibTrans" cxnId="{41BE3C8D-E0CE-4993-B5B6-B66E943828D2}">
      <dgm:prSet/>
      <dgm:spPr/>
      <dgm:t>
        <a:bodyPr/>
        <a:lstStyle/>
        <a:p>
          <a:endParaRPr lang="en-US"/>
        </a:p>
      </dgm:t>
    </dgm:pt>
    <dgm:pt modelId="{3902E375-FE95-444E-89B6-43F9A6C6E42C}">
      <dgm:prSet/>
      <dgm:spPr/>
      <dgm:t>
        <a:bodyPr/>
        <a:lstStyle/>
        <a:p>
          <a:r>
            <a:rPr lang="en-US"/>
            <a:t>Példa: 45, 100, 250.</a:t>
          </a:r>
        </a:p>
      </dgm:t>
    </dgm:pt>
    <dgm:pt modelId="{27CD3D73-274C-4878-A869-D821CEE891CA}" type="parTrans" cxnId="{04E1960C-51C3-49DE-87A2-B508470762A0}">
      <dgm:prSet/>
      <dgm:spPr/>
      <dgm:t>
        <a:bodyPr/>
        <a:lstStyle/>
        <a:p>
          <a:endParaRPr lang="en-US"/>
        </a:p>
      </dgm:t>
    </dgm:pt>
    <dgm:pt modelId="{9A20E674-B93F-496C-ABFE-9AE9D912444F}" type="sibTrans" cxnId="{04E1960C-51C3-49DE-87A2-B508470762A0}">
      <dgm:prSet/>
      <dgm:spPr/>
      <dgm:t>
        <a:bodyPr/>
        <a:lstStyle/>
        <a:p>
          <a:endParaRPr lang="en-US"/>
        </a:p>
      </dgm:t>
    </dgm:pt>
    <dgm:pt modelId="{F902C749-73BD-4CA8-86FC-AFBF62528360}" type="pres">
      <dgm:prSet presAssocID="{1B236758-B5EA-417F-B9A4-20625D5FA580}" presName="root" presStyleCnt="0">
        <dgm:presLayoutVars>
          <dgm:dir/>
          <dgm:resizeHandles val="exact"/>
        </dgm:presLayoutVars>
      </dgm:prSet>
      <dgm:spPr/>
    </dgm:pt>
    <dgm:pt modelId="{8B0A90FE-E961-4D80-BF2D-CA61FC53CBC1}" type="pres">
      <dgm:prSet presAssocID="{8FD84401-03BB-45C2-BF76-FF5029A9856D}" presName="compNode" presStyleCnt="0"/>
      <dgm:spPr/>
    </dgm:pt>
    <dgm:pt modelId="{196D94FB-A618-418C-A5C5-4EF5E05B6EC6}" type="pres">
      <dgm:prSet presAssocID="{8FD84401-03BB-45C2-BF76-FF5029A985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érdések"/>
        </a:ext>
      </dgm:extLst>
    </dgm:pt>
    <dgm:pt modelId="{37997339-2ED8-4957-B7ED-2012A83459F1}" type="pres">
      <dgm:prSet presAssocID="{8FD84401-03BB-45C2-BF76-FF5029A9856D}" presName="spaceRect" presStyleCnt="0"/>
      <dgm:spPr/>
    </dgm:pt>
    <dgm:pt modelId="{582BBFC1-77ED-4575-8CE9-C69A653B338C}" type="pres">
      <dgm:prSet presAssocID="{8FD84401-03BB-45C2-BF76-FF5029A9856D}" presName="textRect" presStyleLbl="revTx" presStyleIdx="0" presStyleCnt="3">
        <dgm:presLayoutVars>
          <dgm:chMax val="1"/>
          <dgm:chPref val="1"/>
        </dgm:presLayoutVars>
      </dgm:prSet>
      <dgm:spPr/>
    </dgm:pt>
    <dgm:pt modelId="{6BAAB61A-D495-4844-B9D9-D2AB3AF0217E}" type="pres">
      <dgm:prSet presAssocID="{FC4E4977-7774-47FA-AA5F-DF4DF0FB64A7}" presName="sibTrans" presStyleCnt="0"/>
      <dgm:spPr/>
    </dgm:pt>
    <dgm:pt modelId="{95C77279-050E-495F-AA36-32FE21D792BC}" type="pres">
      <dgm:prSet presAssocID="{4AF5B8B1-C8CD-4413-BE31-556742F90428}" presName="compNode" presStyleCnt="0"/>
      <dgm:spPr/>
    </dgm:pt>
    <dgm:pt modelId="{C650ACD1-C144-46D9-B08D-C5223B0FFD99}" type="pres">
      <dgm:prSet presAssocID="{4AF5B8B1-C8CD-4413-BE31-556742F904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C5E929D2-69E8-4F25-8F2A-C6EB4CDC7302}" type="pres">
      <dgm:prSet presAssocID="{4AF5B8B1-C8CD-4413-BE31-556742F90428}" presName="spaceRect" presStyleCnt="0"/>
      <dgm:spPr/>
    </dgm:pt>
    <dgm:pt modelId="{C694EF65-AE62-4A73-94F1-376CDD716B68}" type="pres">
      <dgm:prSet presAssocID="{4AF5B8B1-C8CD-4413-BE31-556742F90428}" presName="textRect" presStyleLbl="revTx" presStyleIdx="1" presStyleCnt="3">
        <dgm:presLayoutVars>
          <dgm:chMax val="1"/>
          <dgm:chPref val="1"/>
        </dgm:presLayoutVars>
      </dgm:prSet>
      <dgm:spPr/>
    </dgm:pt>
    <dgm:pt modelId="{D4247F8B-F3A5-4C9E-A616-1E7E5001B4F2}" type="pres">
      <dgm:prSet presAssocID="{68B2C6B5-1CAC-4FC7-935B-C5387C26AD99}" presName="sibTrans" presStyleCnt="0"/>
      <dgm:spPr/>
    </dgm:pt>
    <dgm:pt modelId="{1C53E3B8-50CC-4CE9-9C59-7C97D25748E1}" type="pres">
      <dgm:prSet presAssocID="{3902E375-FE95-444E-89B6-43F9A6C6E42C}" presName="compNode" presStyleCnt="0"/>
      <dgm:spPr/>
    </dgm:pt>
    <dgm:pt modelId="{5A9CA01E-D923-44AF-83B1-262A6683E547}" type="pres">
      <dgm:prSet presAssocID="{3902E375-FE95-444E-89B6-43F9A6C6E4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5937738D-294E-49BF-95EB-38A4E9875EA4}" type="pres">
      <dgm:prSet presAssocID="{3902E375-FE95-444E-89B6-43F9A6C6E42C}" presName="spaceRect" presStyleCnt="0"/>
      <dgm:spPr/>
    </dgm:pt>
    <dgm:pt modelId="{E6233640-1A4E-4051-ABE8-B66385C42927}" type="pres">
      <dgm:prSet presAssocID="{3902E375-FE95-444E-89B6-43F9A6C6E4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DC4B006-7D3E-4DA8-A06D-9A509DA95AC6}" type="presOf" srcId="{1B236758-B5EA-417F-B9A4-20625D5FA580}" destId="{F902C749-73BD-4CA8-86FC-AFBF62528360}" srcOrd="0" destOrd="0" presId="urn:microsoft.com/office/officeart/2018/2/layout/IconLabelList"/>
    <dgm:cxn modelId="{04E1960C-51C3-49DE-87A2-B508470762A0}" srcId="{1B236758-B5EA-417F-B9A4-20625D5FA580}" destId="{3902E375-FE95-444E-89B6-43F9A6C6E42C}" srcOrd="2" destOrd="0" parTransId="{27CD3D73-274C-4878-A869-D821CEE891CA}" sibTransId="{9A20E674-B93F-496C-ABFE-9AE9D912444F}"/>
    <dgm:cxn modelId="{0E29E12A-12E3-49C9-B527-01490DB05854}" type="presOf" srcId="{4AF5B8B1-C8CD-4413-BE31-556742F90428}" destId="{C694EF65-AE62-4A73-94F1-376CDD716B68}" srcOrd="0" destOrd="0" presId="urn:microsoft.com/office/officeart/2018/2/layout/IconLabelList"/>
    <dgm:cxn modelId="{9339D97C-1981-48ED-867E-EB78DD6D3C5E}" type="presOf" srcId="{3902E375-FE95-444E-89B6-43F9A6C6E42C}" destId="{E6233640-1A4E-4051-ABE8-B66385C42927}" srcOrd="0" destOrd="0" presId="urn:microsoft.com/office/officeart/2018/2/layout/IconLabelList"/>
    <dgm:cxn modelId="{41BE3C8D-E0CE-4993-B5B6-B66E943828D2}" srcId="{1B236758-B5EA-417F-B9A4-20625D5FA580}" destId="{4AF5B8B1-C8CD-4413-BE31-556742F90428}" srcOrd="1" destOrd="0" parTransId="{A1C4B2FF-EBAB-4DC7-BB31-39CA8DA05656}" sibTransId="{68B2C6B5-1CAC-4FC7-935B-C5387C26AD99}"/>
    <dgm:cxn modelId="{ADBFCFB7-83AE-4574-A6F5-0CA2E0DCC3DB}" type="presOf" srcId="{8FD84401-03BB-45C2-BF76-FF5029A9856D}" destId="{582BBFC1-77ED-4575-8CE9-C69A653B338C}" srcOrd="0" destOrd="0" presId="urn:microsoft.com/office/officeart/2018/2/layout/IconLabelList"/>
    <dgm:cxn modelId="{00A9B9D9-51EC-455C-9654-A2EF5AA7102D}" srcId="{1B236758-B5EA-417F-B9A4-20625D5FA580}" destId="{8FD84401-03BB-45C2-BF76-FF5029A9856D}" srcOrd="0" destOrd="0" parTransId="{2BC1D4A1-6399-498D-A459-C0ACBDB8B256}" sibTransId="{FC4E4977-7774-47FA-AA5F-DF4DF0FB64A7}"/>
    <dgm:cxn modelId="{5AE275F2-82F8-47BD-A8DE-79D542101D11}" type="presParOf" srcId="{F902C749-73BD-4CA8-86FC-AFBF62528360}" destId="{8B0A90FE-E961-4D80-BF2D-CA61FC53CBC1}" srcOrd="0" destOrd="0" presId="urn:microsoft.com/office/officeart/2018/2/layout/IconLabelList"/>
    <dgm:cxn modelId="{7F1756D6-3C48-4001-867C-597FD633EFDE}" type="presParOf" srcId="{8B0A90FE-E961-4D80-BF2D-CA61FC53CBC1}" destId="{196D94FB-A618-418C-A5C5-4EF5E05B6EC6}" srcOrd="0" destOrd="0" presId="urn:microsoft.com/office/officeart/2018/2/layout/IconLabelList"/>
    <dgm:cxn modelId="{06FDB826-9022-408D-98E6-AF321EDB530A}" type="presParOf" srcId="{8B0A90FE-E961-4D80-BF2D-CA61FC53CBC1}" destId="{37997339-2ED8-4957-B7ED-2012A83459F1}" srcOrd="1" destOrd="0" presId="urn:microsoft.com/office/officeart/2018/2/layout/IconLabelList"/>
    <dgm:cxn modelId="{8079819B-25F6-455B-8ADF-600CB8A709E0}" type="presParOf" srcId="{8B0A90FE-E961-4D80-BF2D-CA61FC53CBC1}" destId="{582BBFC1-77ED-4575-8CE9-C69A653B338C}" srcOrd="2" destOrd="0" presId="urn:microsoft.com/office/officeart/2018/2/layout/IconLabelList"/>
    <dgm:cxn modelId="{4BF1537F-35B4-4D74-B77D-8E1955CE2C59}" type="presParOf" srcId="{F902C749-73BD-4CA8-86FC-AFBF62528360}" destId="{6BAAB61A-D495-4844-B9D9-D2AB3AF0217E}" srcOrd="1" destOrd="0" presId="urn:microsoft.com/office/officeart/2018/2/layout/IconLabelList"/>
    <dgm:cxn modelId="{61FCE3B4-0700-49CB-A7AD-1068BF4FF209}" type="presParOf" srcId="{F902C749-73BD-4CA8-86FC-AFBF62528360}" destId="{95C77279-050E-495F-AA36-32FE21D792BC}" srcOrd="2" destOrd="0" presId="urn:microsoft.com/office/officeart/2018/2/layout/IconLabelList"/>
    <dgm:cxn modelId="{A35737BA-A6C5-43D2-BF94-9F221B6B94C5}" type="presParOf" srcId="{95C77279-050E-495F-AA36-32FE21D792BC}" destId="{C650ACD1-C144-46D9-B08D-C5223B0FFD99}" srcOrd="0" destOrd="0" presId="urn:microsoft.com/office/officeart/2018/2/layout/IconLabelList"/>
    <dgm:cxn modelId="{3C33BF13-D284-4F3E-96E2-FA8B4E12C68D}" type="presParOf" srcId="{95C77279-050E-495F-AA36-32FE21D792BC}" destId="{C5E929D2-69E8-4F25-8F2A-C6EB4CDC7302}" srcOrd="1" destOrd="0" presId="urn:microsoft.com/office/officeart/2018/2/layout/IconLabelList"/>
    <dgm:cxn modelId="{B21D943A-053B-4B66-B4AD-E2E31878652A}" type="presParOf" srcId="{95C77279-050E-495F-AA36-32FE21D792BC}" destId="{C694EF65-AE62-4A73-94F1-376CDD716B68}" srcOrd="2" destOrd="0" presId="urn:microsoft.com/office/officeart/2018/2/layout/IconLabelList"/>
    <dgm:cxn modelId="{3A8A64A1-A424-458E-8F17-E0F4C12BF668}" type="presParOf" srcId="{F902C749-73BD-4CA8-86FC-AFBF62528360}" destId="{D4247F8B-F3A5-4C9E-A616-1E7E5001B4F2}" srcOrd="3" destOrd="0" presId="urn:microsoft.com/office/officeart/2018/2/layout/IconLabelList"/>
    <dgm:cxn modelId="{368E7938-AE2E-4565-B35E-24DC86A129A1}" type="presParOf" srcId="{F902C749-73BD-4CA8-86FC-AFBF62528360}" destId="{1C53E3B8-50CC-4CE9-9C59-7C97D25748E1}" srcOrd="4" destOrd="0" presId="urn:microsoft.com/office/officeart/2018/2/layout/IconLabelList"/>
    <dgm:cxn modelId="{EE8CD6C9-F486-4034-B0D3-90C2EDDFE397}" type="presParOf" srcId="{1C53E3B8-50CC-4CE9-9C59-7C97D25748E1}" destId="{5A9CA01E-D923-44AF-83B1-262A6683E547}" srcOrd="0" destOrd="0" presId="urn:microsoft.com/office/officeart/2018/2/layout/IconLabelList"/>
    <dgm:cxn modelId="{42608E6C-70FB-4E94-A5BD-59FF064386B3}" type="presParOf" srcId="{1C53E3B8-50CC-4CE9-9C59-7C97D25748E1}" destId="{5937738D-294E-49BF-95EB-38A4E9875EA4}" srcOrd="1" destOrd="0" presId="urn:microsoft.com/office/officeart/2018/2/layout/IconLabelList"/>
    <dgm:cxn modelId="{930062F0-2FD7-4A4D-AFED-CC474C2DDEED}" type="presParOf" srcId="{1C53E3B8-50CC-4CE9-9C59-7C97D25748E1}" destId="{E6233640-1A4E-4051-ABE8-B66385C429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312DF7-14A4-4155-8A45-57841AD708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1CF6ED-CE5D-4229-B026-6EC8BCEB3949}">
      <dgm:prSet/>
      <dgm:spPr/>
      <dgm:t>
        <a:bodyPr/>
        <a:lstStyle/>
        <a:p>
          <a:r>
            <a:rPr lang="en-US"/>
            <a:t>Egy kevésbé ismert szabály: ha a szám utolsó számjegyét megduplázzuk, és levonjuk az előző számrészből, akkor az eredmény osztható 7-tel.</a:t>
          </a:r>
        </a:p>
      </dgm:t>
    </dgm:pt>
    <dgm:pt modelId="{582B80AA-4F8A-48BC-A69F-E6CF4B6622E9}" type="parTrans" cxnId="{2ABADEC4-7BED-4739-821C-56355B52980C}">
      <dgm:prSet/>
      <dgm:spPr/>
      <dgm:t>
        <a:bodyPr/>
        <a:lstStyle/>
        <a:p>
          <a:endParaRPr lang="en-US"/>
        </a:p>
      </dgm:t>
    </dgm:pt>
    <dgm:pt modelId="{3F2D7654-54BA-4B90-AFF4-CE9853AC7352}" type="sibTrans" cxnId="{2ABADEC4-7BED-4739-821C-56355B52980C}">
      <dgm:prSet/>
      <dgm:spPr/>
      <dgm:t>
        <a:bodyPr/>
        <a:lstStyle/>
        <a:p>
          <a:endParaRPr lang="en-US"/>
        </a:p>
      </dgm:t>
    </dgm:pt>
    <dgm:pt modelId="{38B68CFE-9F1D-4324-BE0B-776D97070B98}">
      <dgm:prSet/>
      <dgm:spPr/>
      <dgm:t>
        <a:bodyPr/>
        <a:lstStyle/>
        <a:p>
          <a:r>
            <a:rPr lang="en-US"/>
            <a:t>Példa: 203 → 20 - (3×2) = 14 → osztható 7-tel!</a:t>
          </a:r>
        </a:p>
      </dgm:t>
    </dgm:pt>
    <dgm:pt modelId="{4FEE58E6-1272-4099-9B5A-E87EB48FD738}" type="parTrans" cxnId="{E80E67D1-A797-4B3A-8067-D65288EB2F89}">
      <dgm:prSet/>
      <dgm:spPr/>
      <dgm:t>
        <a:bodyPr/>
        <a:lstStyle/>
        <a:p>
          <a:endParaRPr lang="en-US"/>
        </a:p>
      </dgm:t>
    </dgm:pt>
    <dgm:pt modelId="{1754215A-BC0C-497D-A122-2DCC272F505F}" type="sibTrans" cxnId="{E80E67D1-A797-4B3A-8067-D65288EB2F89}">
      <dgm:prSet/>
      <dgm:spPr/>
      <dgm:t>
        <a:bodyPr/>
        <a:lstStyle/>
        <a:p>
          <a:endParaRPr lang="en-US"/>
        </a:p>
      </dgm:t>
    </dgm:pt>
    <dgm:pt modelId="{53452172-21EC-46E0-9EF8-F7AEA84CCFD4}" type="pres">
      <dgm:prSet presAssocID="{84312DF7-14A4-4155-8A45-57841AD70808}" presName="root" presStyleCnt="0">
        <dgm:presLayoutVars>
          <dgm:dir/>
          <dgm:resizeHandles val="exact"/>
        </dgm:presLayoutVars>
      </dgm:prSet>
      <dgm:spPr/>
    </dgm:pt>
    <dgm:pt modelId="{FBC4F5DC-4C54-478D-AC0F-CE07361204E1}" type="pres">
      <dgm:prSet presAssocID="{251CF6ED-CE5D-4229-B026-6EC8BCEB3949}" presName="compNode" presStyleCnt="0"/>
      <dgm:spPr/>
    </dgm:pt>
    <dgm:pt modelId="{DF3AFFBB-C0CB-4736-8440-79A92F37B6FB}" type="pres">
      <dgm:prSet presAssocID="{251CF6ED-CE5D-4229-B026-6EC8BCEB3949}" presName="bgRect" presStyleLbl="bgShp" presStyleIdx="0" presStyleCnt="2"/>
      <dgm:spPr/>
    </dgm:pt>
    <dgm:pt modelId="{A79DA0EA-070E-44CF-B6D4-FAA6DD6BCE99}" type="pres">
      <dgm:prSet presAssocID="{251CF6ED-CE5D-4229-B026-6EC8BCEB394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zivárvány"/>
        </a:ext>
      </dgm:extLst>
    </dgm:pt>
    <dgm:pt modelId="{AB984592-B08E-4CAB-86E8-EFDE02EF12CF}" type="pres">
      <dgm:prSet presAssocID="{251CF6ED-CE5D-4229-B026-6EC8BCEB3949}" presName="spaceRect" presStyleCnt="0"/>
      <dgm:spPr/>
    </dgm:pt>
    <dgm:pt modelId="{38CDFA66-621E-4FF6-832D-B1F81B13B550}" type="pres">
      <dgm:prSet presAssocID="{251CF6ED-CE5D-4229-B026-6EC8BCEB3949}" presName="parTx" presStyleLbl="revTx" presStyleIdx="0" presStyleCnt="2">
        <dgm:presLayoutVars>
          <dgm:chMax val="0"/>
          <dgm:chPref val="0"/>
        </dgm:presLayoutVars>
      </dgm:prSet>
      <dgm:spPr/>
    </dgm:pt>
    <dgm:pt modelId="{B423AE75-19EC-4121-993B-DCDCF56EF745}" type="pres">
      <dgm:prSet presAssocID="{3F2D7654-54BA-4B90-AFF4-CE9853AC7352}" presName="sibTrans" presStyleCnt="0"/>
      <dgm:spPr/>
    </dgm:pt>
    <dgm:pt modelId="{FEC6CE70-3332-4679-A050-5F57DAAC834A}" type="pres">
      <dgm:prSet presAssocID="{38B68CFE-9F1D-4324-BE0B-776D97070B98}" presName="compNode" presStyleCnt="0"/>
      <dgm:spPr/>
    </dgm:pt>
    <dgm:pt modelId="{0FB8E6C1-6D9D-4937-9B6B-AACE46546869}" type="pres">
      <dgm:prSet presAssocID="{38B68CFE-9F1D-4324-BE0B-776D97070B98}" presName="bgRect" presStyleLbl="bgShp" presStyleIdx="1" presStyleCnt="2"/>
      <dgm:spPr/>
    </dgm:pt>
    <dgm:pt modelId="{CAABB72A-1E19-444E-B37C-CF66A1CE01BD}" type="pres">
      <dgm:prSet presAssocID="{38B68CFE-9F1D-4324-BE0B-776D97070B9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283DD068-91A0-4F15-9417-3F0EA41BB4A5}" type="pres">
      <dgm:prSet presAssocID="{38B68CFE-9F1D-4324-BE0B-776D97070B98}" presName="spaceRect" presStyleCnt="0"/>
      <dgm:spPr/>
    </dgm:pt>
    <dgm:pt modelId="{20216F79-5514-4893-B93A-091246FA6FC8}" type="pres">
      <dgm:prSet presAssocID="{38B68CFE-9F1D-4324-BE0B-776D97070B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CB56C6B-C24C-4EC4-9D32-167D30EB30D0}" type="presOf" srcId="{38B68CFE-9F1D-4324-BE0B-776D97070B98}" destId="{20216F79-5514-4893-B93A-091246FA6FC8}" srcOrd="0" destOrd="0" presId="urn:microsoft.com/office/officeart/2018/2/layout/IconVerticalSolidList"/>
    <dgm:cxn modelId="{4C08A756-1CFA-4093-BB8F-FC8A6BFCCA1E}" type="presOf" srcId="{251CF6ED-CE5D-4229-B026-6EC8BCEB3949}" destId="{38CDFA66-621E-4FF6-832D-B1F81B13B550}" srcOrd="0" destOrd="0" presId="urn:microsoft.com/office/officeart/2018/2/layout/IconVerticalSolidList"/>
    <dgm:cxn modelId="{47383977-72B7-4612-8673-04424936558D}" type="presOf" srcId="{84312DF7-14A4-4155-8A45-57841AD70808}" destId="{53452172-21EC-46E0-9EF8-F7AEA84CCFD4}" srcOrd="0" destOrd="0" presId="urn:microsoft.com/office/officeart/2018/2/layout/IconVerticalSolidList"/>
    <dgm:cxn modelId="{2ABADEC4-7BED-4739-821C-56355B52980C}" srcId="{84312DF7-14A4-4155-8A45-57841AD70808}" destId="{251CF6ED-CE5D-4229-B026-6EC8BCEB3949}" srcOrd="0" destOrd="0" parTransId="{582B80AA-4F8A-48BC-A69F-E6CF4B6622E9}" sibTransId="{3F2D7654-54BA-4B90-AFF4-CE9853AC7352}"/>
    <dgm:cxn modelId="{E80E67D1-A797-4B3A-8067-D65288EB2F89}" srcId="{84312DF7-14A4-4155-8A45-57841AD70808}" destId="{38B68CFE-9F1D-4324-BE0B-776D97070B98}" srcOrd="1" destOrd="0" parTransId="{4FEE58E6-1272-4099-9B5A-E87EB48FD738}" sibTransId="{1754215A-BC0C-497D-A122-2DCC272F505F}"/>
    <dgm:cxn modelId="{FAB2A672-2496-49D5-8AF5-FB569DF90E09}" type="presParOf" srcId="{53452172-21EC-46E0-9EF8-F7AEA84CCFD4}" destId="{FBC4F5DC-4C54-478D-AC0F-CE07361204E1}" srcOrd="0" destOrd="0" presId="urn:microsoft.com/office/officeart/2018/2/layout/IconVerticalSolidList"/>
    <dgm:cxn modelId="{E04CF79B-B109-4FF6-9352-7CA787F8BF88}" type="presParOf" srcId="{FBC4F5DC-4C54-478D-AC0F-CE07361204E1}" destId="{DF3AFFBB-C0CB-4736-8440-79A92F37B6FB}" srcOrd="0" destOrd="0" presId="urn:microsoft.com/office/officeart/2018/2/layout/IconVerticalSolidList"/>
    <dgm:cxn modelId="{AA2B90ED-BE97-4146-879C-E638F3B4783C}" type="presParOf" srcId="{FBC4F5DC-4C54-478D-AC0F-CE07361204E1}" destId="{A79DA0EA-070E-44CF-B6D4-FAA6DD6BCE99}" srcOrd="1" destOrd="0" presId="urn:microsoft.com/office/officeart/2018/2/layout/IconVerticalSolidList"/>
    <dgm:cxn modelId="{621F7510-DDA0-4F0D-99E4-5C42A740D909}" type="presParOf" srcId="{FBC4F5DC-4C54-478D-AC0F-CE07361204E1}" destId="{AB984592-B08E-4CAB-86E8-EFDE02EF12CF}" srcOrd="2" destOrd="0" presId="urn:microsoft.com/office/officeart/2018/2/layout/IconVerticalSolidList"/>
    <dgm:cxn modelId="{12C31D88-0230-4CBD-97B7-5D66229A9C2B}" type="presParOf" srcId="{FBC4F5DC-4C54-478D-AC0F-CE07361204E1}" destId="{38CDFA66-621E-4FF6-832D-B1F81B13B550}" srcOrd="3" destOrd="0" presId="urn:microsoft.com/office/officeart/2018/2/layout/IconVerticalSolidList"/>
    <dgm:cxn modelId="{2D2D1960-3F79-4A31-9F8A-0F1AD40ECD90}" type="presParOf" srcId="{53452172-21EC-46E0-9EF8-F7AEA84CCFD4}" destId="{B423AE75-19EC-4121-993B-DCDCF56EF745}" srcOrd="1" destOrd="0" presId="urn:microsoft.com/office/officeart/2018/2/layout/IconVerticalSolidList"/>
    <dgm:cxn modelId="{A1963321-9EA0-44B6-B5E8-97EFBD8B35AA}" type="presParOf" srcId="{53452172-21EC-46E0-9EF8-F7AEA84CCFD4}" destId="{FEC6CE70-3332-4679-A050-5F57DAAC834A}" srcOrd="2" destOrd="0" presId="urn:microsoft.com/office/officeart/2018/2/layout/IconVerticalSolidList"/>
    <dgm:cxn modelId="{BB75F361-0FAA-49D3-9D67-8FF3E885B6C8}" type="presParOf" srcId="{FEC6CE70-3332-4679-A050-5F57DAAC834A}" destId="{0FB8E6C1-6D9D-4937-9B6B-AACE46546869}" srcOrd="0" destOrd="0" presId="urn:microsoft.com/office/officeart/2018/2/layout/IconVerticalSolidList"/>
    <dgm:cxn modelId="{8C24AB77-29AA-4828-85E7-C46A5442C135}" type="presParOf" srcId="{FEC6CE70-3332-4679-A050-5F57DAAC834A}" destId="{CAABB72A-1E19-444E-B37C-CF66A1CE01BD}" srcOrd="1" destOrd="0" presId="urn:microsoft.com/office/officeart/2018/2/layout/IconVerticalSolidList"/>
    <dgm:cxn modelId="{5A9A7A43-3668-4D45-9B8E-481931846866}" type="presParOf" srcId="{FEC6CE70-3332-4679-A050-5F57DAAC834A}" destId="{283DD068-91A0-4F15-9417-3F0EA41BB4A5}" srcOrd="2" destOrd="0" presId="urn:microsoft.com/office/officeart/2018/2/layout/IconVerticalSolidList"/>
    <dgm:cxn modelId="{1016FF14-7608-49BD-B573-2A162A6FFFE0}" type="presParOf" srcId="{FEC6CE70-3332-4679-A050-5F57DAAC834A}" destId="{20216F79-5514-4893-B93A-091246FA6F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6F18C-2F0B-440C-9B21-C6DC8CE9BD34}">
      <dsp:nvSpPr>
        <dsp:cNvPr id="0" name=""/>
        <dsp:cNvSpPr/>
      </dsp:nvSpPr>
      <dsp:spPr>
        <a:xfrm>
          <a:off x="0" y="343934"/>
          <a:ext cx="4443413" cy="193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Már az ókori babiloniak és egyiptomiak is keresték a szabályokat, hogyan lehet gyorsan eldönteni, hogy egy szám osztható-e egy másikkal.</a:t>
          </a:r>
        </a:p>
      </dsp:txBody>
      <dsp:txXfrm>
        <a:off x="94582" y="438516"/>
        <a:ext cx="4254249" cy="1748356"/>
      </dsp:txXfrm>
    </dsp:sp>
    <dsp:sp modelId="{A3D95837-6E0A-4BE5-B5AB-77CE9743A234}">
      <dsp:nvSpPr>
        <dsp:cNvPr id="0" name=""/>
        <dsp:cNvSpPr/>
      </dsp:nvSpPr>
      <dsp:spPr>
        <a:xfrm>
          <a:off x="0" y="2347695"/>
          <a:ext cx="4443413" cy="1937520"/>
        </a:xfrm>
        <a:prstGeom prst="roundRect">
          <a:avLst/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római számokkal nehéz volt osztani – a tízes alapú számrendszer elterjedése segítette a fejlődést.</a:t>
          </a:r>
        </a:p>
      </dsp:txBody>
      <dsp:txXfrm>
        <a:off x="94582" y="2442277"/>
        <a:ext cx="4254249" cy="1748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34876-8CCC-4817-8DA5-709422BE3726}">
      <dsp:nvSpPr>
        <dsp:cNvPr id="0" name=""/>
        <dsp:cNvSpPr/>
      </dsp:nvSpPr>
      <dsp:spPr>
        <a:xfrm>
          <a:off x="2274" y="1051455"/>
          <a:ext cx="1624333" cy="1031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CB6D0-8A32-467A-8850-7EB712FD2886}">
      <dsp:nvSpPr>
        <dsp:cNvPr id="0" name=""/>
        <dsp:cNvSpPr/>
      </dsp:nvSpPr>
      <dsp:spPr>
        <a:xfrm>
          <a:off x="182756" y="1222912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Segít az egyszerűbb számolásban</a:t>
          </a:r>
        </a:p>
      </dsp:txBody>
      <dsp:txXfrm>
        <a:off x="212966" y="1253122"/>
        <a:ext cx="1563913" cy="971031"/>
      </dsp:txXfrm>
    </dsp:sp>
    <dsp:sp modelId="{9721CE80-68AE-40A4-B132-452F80ACC5A9}">
      <dsp:nvSpPr>
        <dsp:cNvPr id="0" name=""/>
        <dsp:cNvSpPr/>
      </dsp:nvSpPr>
      <dsp:spPr>
        <a:xfrm>
          <a:off x="1987571" y="1051455"/>
          <a:ext cx="1624333" cy="1031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519CC-ADA9-4C45-971D-C62A4D8081BB}">
      <dsp:nvSpPr>
        <dsp:cNvPr id="0" name=""/>
        <dsp:cNvSpPr/>
      </dsp:nvSpPr>
      <dsp:spPr>
        <a:xfrm>
          <a:off x="2168053" y="1222912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Megkönnyíti a törtek egyszerűsítését</a:t>
          </a:r>
        </a:p>
      </dsp:txBody>
      <dsp:txXfrm>
        <a:off x="2198263" y="1253122"/>
        <a:ext cx="1563913" cy="971031"/>
      </dsp:txXfrm>
    </dsp:sp>
    <dsp:sp modelId="{3B79123F-AB20-422C-A087-9B7A49FEC849}">
      <dsp:nvSpPr>
        <dsp:cNvPr id="0" name=""/>
        <dsp:cNvSpPr/>
      </dsp:nvSpPr>
      <dsp:spPr>
        <a:xfrm>
          <a:off x="3972868" y="1051455"/>
          <a:ext cx="1624333" cy="1031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7B1AD-F81B-4B54-8BDD-22005635F9C6}">
      <dsp:nvSpPr>
        <dsp:cNvPr id="0" name=""/>
        <dsp:cNvSpPr/>
      </dsp:nvSpPr>
      <dsp:spPr>
        <a:xfrm>
          <a:off x="4153350" y="1222912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Fontos a prímszámok és összetett számok felismerésében</a:t>
          </a:r>
        </a:p>
      </dsp:txBody>
      <dsp:txXfrm>
        <a:off x="4183560" y="1253122"/>
        <a:ext cx="1563913" cy="971031"/>
      </dsp:txXfrm>
    </dsp:sp>
    <dsp:sp modelId="{90E7488A-FED3-45B0-8EDB-BB12F3DE0BAD}">
      <dsp:nvSpPr>
        <dsp:cNvPr id="0" name=""/>
        <dsp:cNvSpPr/>
      </dsp:nvSpPr>
      <dsp:spPr>
        <a:xfrm>
          <a:off x="5958165" y="1051455"/>
          <a:ext cx="1624333" cy="1031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DAFDD-883B-4395-BBB5-0923C8E89E62}">
      <dsp:nvSpPr>
        <dsp:cNvPr id="0" name=""/>
        <dsp:cNvSpPr/>
      </dsp:nvSpPr>
      <dsp:spPr>
        <a:xfrm>
          <a:off x="6138647" y="1222912"/>
          <a:ext cx="1624333" cy="103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Hasznos a számítógépes kódolásban és titkosításban is!</a:t>
          </a:r>
        </a:p>
      </dsp:txBody>
      <dsp:txXfrm>
        <a:off x="6168857" y="1253122"/>
        <a:ext cx="1563913" cy="971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E5A3C-B83F-4CAB-8A0E-FDE818B68CC9}">
      <dsp:nvSpPr>
        <dsp:cNvPr id="0" name=""/>
        <dsp:cNvSpPr/>
      </dsp:nvSpPr>
      <dsp:spPr>
        <a:xfrm>
          <a:off x="1012471" y="294130"/>
          <a:ext cx="1589625" cy="1589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7C431-AD95-446A-9845-661F3741A1FE}">
      <dsp:nvSpPr>
        <dsp:cNvPr id="0" name=""/>
        <dsp:cNvSpPr/>
      </dsp:nvSpPr>
      <dsp:spPr>
        <a:xfrm>
          <a:off x="41034" y="2291689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Egy szám osztható 2-vel, ha páros, vagyis ha az utolsó számjegye 0, 2, 4, 6 vagy 8.</a:t>
          </a:r>
        </a:p>
      </dsp:txBody>
      <dsp:txXfrm>
        <a:off x="41034" y="2291689"/>
        <a:ext cx="3532500" cy="720000"/>
      </dsp:txXfrm>
    </dsp:sp>
    <dsp:sp modelId="{7D8F49C8-C3B5-4521-8A78-321DB086D7AE}">
      <dsp:nvSpPr>
        <dsp:cNvPr id="0" name=""/>
        <dsp:cNvSpPr/>
      </dsp:nvSpPr>
      <dsp:spPr>
        <a:xfrm>
          <a:off x="5163159" y="294130"/>
          <a:ext cx="1589625" cy="1589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23E66-D965-41DF-9870-4429A1ED0918}">
      <dsp:nvSpPr>
        <dsp:cNvPr id="0" name=""/>
        <dsp:cNvSpPr/>
      </dsp:nvSpPr>
      <dsp:spPr>
        <a:xfrm>
          <a:off x="4191721" y="2291689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Példa: 124, 306, 58.</a:t>
          </a:r>
        </a:p>
      </dsp:txBody>
      <dsp:txXfrm>
        <a:off x="4191721" y="2291689"/>
        <a:ext cx="3532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EDDD7-F7F8-42C3-A50F-10D0A715C0D5}">
      <dsp:nvSpPr>
        <dsp:cNvPr id="0" name=""/>
        <dsp:cNvSpPr/>
      </dsp:nvSpPr>
      <dsp:spPr>
        <a:xfrm>
          <a:off x="1012471" y="294130"/>
          <a:ext cx="1589625" cy="1589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4CBFB-7D92-44D9-8980-AEBFC9FC382C}">
      <dsp:nvSpPr>
        <dsp:cNvPr id="0" name=""/>
        <dsp:cNvSpPr/>
      </dsp:nvSpPr>
      <dsp:spPr>
        <a:xfrm>
          <a:off x="41034" y="2291689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Egy szám osztható 3-mal, ha a számjegyeinek összege osztható 3-mal.</a:t>
          </a:r>
        </a:p>
      </dsp:txBody>
      <dsp:txXfrm>
        <a:off x="41034" y="2291689"/>
        <a:ext cx="3532500" cy="720000"/>
      </dsp:txXfrm>
    </dsp:sp>
    <dsp:sp modelId="{DEFCF5E2-B37E-47EF-AC61-C4F23516C03D}">
      <dsp:nvSpPr>
        <dsp:cNvPr id="0" name=""/>
        <dsp:cNvSpPr/>
      </dsp:nvSpPr>
      <dsp:spPr>
        <a:xfrm>
          <a:off x="5163159" y="294130"/>
          <a:ext cx="1589625" cy="1589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D98F8-7F2D-4336-A3EE-3BEF52A103B2}">
      <dsp:nvSpPr>
        <dsp:cNvPr id="0" name=""/>
        <dsp:cNvSpPr/>
      </dsp:nvSpPr>
      <dsp:spPr>
        <a:xfrm>
          <a:off x="4191721" y="2291689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Példa: 123 → 1+2+3=6, és 6 osztható 3-mal.</a:t>
          </a:r>
        </a:p>
      </dsp:txBody>
      <dsp:txXfrm>
        <a:off x="4191721" y="2291689"/>
        <a:ext cx="35325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D94FB-A618-418C-A5C5-4EF5E05B6EC6}">
      <dsp:nvSpPr>
        <dsp:cNvPr id="0" name=""/>
        <dsp:cNvSpPr/>
      </dsp:nvSpPr>
      <dsp:spPr>
        <a:xfrm>
          <a:off x="840668" y="654196"/>
          <a:ext cx="977772" cy="9777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BBFC1-77ED-4575-8CE9-C69A653B338C}">
      <dsp:nvSpPr>
        <dsp:cNvPr id="0" name=""/>
        <dsp:cNvSpPr/>
      </dsp:nvSpPr>
      <dsp:spPr>
        <a:xfrm>
          <a:off x="243140" y="1931623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Egy szám osztható 5-tel, ha 0-ra vagy 5-re végződik.</a:t>
          </a:r>
        </a:p>
      </dsp:txBody>
      <dsp:txXfrm>
        <a:off x="243140" y="1931623"/>
        <a:ext cx="2172828" cy="720000"/>
      </dsp:txXfrm>
    </dsp:sp>
    <dsp:sp modelId="{C650ACD1-C144-46D9-B08D-C5223B0FFD99}">
      <dsp:nvSpPr>
        <dsp:cNvPr id="0" name=""/>
        <dsp:cNvSpPr/>
      </dsp:nvSpPr>
      <dsp:spPr>
        <a:xfrm>
          <a:off x="3393741" y="654196"/>
          <a:ext cx="977772" cy="9777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4EF65-AE62-4A73-94F1-376CDD716B68}">
      <dsp:nvSpPr>
        <dsp:cNvPr id="0" name=""/>
        <dsp:cNvSpPr/>
      </dsp:nvSpPr>
      <dsp:spPr>
        <a:xfrm>
          <a:off x="2796213" y="1931623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Egy szám osztható 10-zel, ha 0-ra végződik.</a:t>
          </a:r>
        </a:p>
      </dsp:txBody>
      <dsp:txXfrm>
        <a:off x="2796213" y="1931623"/>
        <a:ext cx="2172828" cy="720000"/>
      </dsp:txXfrm>
    </dsp:sp>
    <dsp:sp modelId="{5A9CA01E-D923-44AF-83B1-262A6683E547}">
      <dsp:nvSpPr>
        <dsp:cNvPr id="0" name=""/>
        <dsp:cNvSpPr/>
      </dsp:nvSpPr>
      <dsp:spPr>
        <a:xfrm>
          <a:off x="5946815" y="654196"/>
          <a:ext cx="977772" cy="9777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33640-1A4E-4051-ABE8-B66385C42927}">
      <dsp:nvSpPr>
        <dsp:cNvPr id="0" name=""/>
        <dsp:cNvSpPr/>
      </dsp:nvSpPr>
      <dsp:spPr>
        <a:xfrm>
          <a:off x="5349287" y="1931623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Példa: 45, 100, 250.</a:t>
          </a:r>
        </a:p>
      </dsp:txBody>
      <dsp:txXfrm>
        <a:off x="5349287" y="1931623"/>
        <a:ext cx="2172828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AFFBB-C0CB-4736-8440-79A92F37B6FB}">
      <dsp:nvSpPr>
        <dsp:cNvPr id="0" name=""/>
        <dsp:cNvSpPr/>
      </dsp:nvSpPr>
      <dsp:spPr>
        <a:xfrm>
          <a:off x="0" y="752236"/>
          <a:ext cx="4443413" cy="13887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DA0EA-070E-44CF-B6D4-FAA6DD6BCE99}">
      <dsp:nvSpPr>
        <dsp:cNvPr id="0" name=""/>
        <dsp:cNvSpPr/>
      </dsp:nvSpPr>
      <dsp:spPr>
        <a:xfrm>
          <a:off x="420095" y="1064704"/>
          <a:ext cx="763809" cy="7638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DFA66-621E-4FF6-832D-B1F81B13B550}">
      <dsp:nvSpPr>
        <dsp:cNvPr id="0" name=""/>
        <dsp:cNvSpPr/>
      </dsp:nvSpPr>
      <dsp:spPr>
        <a:xfrm>
          <a:off x="1604000" y="752236"/>
          <a:ext cx="2839412" cy="1388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976" tIns="146976" rIns="146976" bIns="14697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Egy kevésbé ismert szabály: ha a szám utolsó számjegyét megduplázzuk, és levonjuk az előző számrészből, akkor az eredmény osztható 7-tel.</a:t>
          </a:r>
        </a:p>
      </dsp:txBody>
      <dsp:txXfrm>
        <a:off x="1604000" y="752236"/>
        <a:ext cx="2839412" cy="1388745"/>
      </dsp:txXfrm>
    </dsp:sp>
    <dsp:sp modelId="{0FB8E6C1-6D9D-4937-9B6B-AACE46546869}">
      <dsp:nvSpPr>
        <dsp:cNvPr id="0" name=""/>
        <dsp:cNvSpPr/>
      </dsp:nvSpPr>
      <dsp:spPr>
        <a:xfrm>
          <a:off x="0" y="2488168"/>
          <a:ext cx="4443413" cy="13887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BB72A-1E19-444E-B37C-CF66A1CE01BD}">
      <dsp:nvSpPr>
        <dsp:cNvPr id="0" name=""/>
        <dsp:cNvSpPr/>
      </dsp:nvSpPr>
      <dsp:spPr>
        <a:xfrm>
          <a:off x="420095" y="2800635"/>
          <a:ext cx="763809" cy="7638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16F79-5514-4893-B93A-091246FA6FC8}">
      <dsp:nvSpPr>
        <dsp:cNvPr id="0" name=""/>
        <dsp:cNvSpPr/>
      </dsp:nvSpPr>
      <dsp:spPr>
        <a:xfrm>
          <a:off x="1604000" y="2488168"/>
          <a:ext cx="2839412" cy="1388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976" tIns="146976" rIns="146976" bIns="14697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Példa: 203 → 20 - (3×2) = 14 → osztható 7-tel!</a:t>
          </a:r>
        </a:p>
      </dsp:txBody>
      <dsp:txXfrm>
        <a:off x="1604000" y="2488168"/>
        <a:ext cx="2839412" cy="1388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3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7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7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8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3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0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1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5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1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55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0523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21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99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8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1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8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2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927100"/>
            <a:ext cx="2564074" cy="4616450"/>
          </a:xfrm>
        </p:spPr>
        <p:txBody>
          <a:bodyPr>
            <a:normAutofit/>
          </a:bodyPr>
          <a:lstStyle/>
          <a:p>
            <a:r>
              <a:rPr lang="hu-HU" sz="2100"/>
              <a:t>Az oszthatósági szabályok világa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1" y="971549"/>
            <a:ext cx="4718646" cy="4616450"/>
          </a:xfrm>
        </p:spPr>
        <p:txBody>
          <a:bodyPr anchor="ctr">
            <a:normAutofit/>
          </a:bodyPr>
          <a:lstStyle/>
          <a:p>
            <a:r>
              <a:t>Matematika – 6. osztály</a:t>
            </a:r>
          </a:p>
          <a:p>
            <a:r>
              <a:t>Tananyag bevezető</a:t>
            </a:r>
          </a:p>
          <a:p>
            <a:endParaRPr/>
          </a:p>
          <a:p>
            <a:r>
              <a:t>Fedezzük fel, mikor oszthatók a számok egymással, és miért fontos ez a mindennapokban!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Mi az oszthatóság?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137" y="2463800"/>
            <a:ext cx="6935739" cy="3327400"/>
          </a:xfrm>
        </p:spPr>
        <p:txBody>
          <a:bodyPr>
            <a:normAutofit/>
          </a:bodyPr>
          <a:lstStyle/>
          <a:p>
            <a:r>
              <a:t>Egy szám osztható egy másikkal, ha az osztás után maradék nélkül kapunk eredményt.</a:t>
            </a:r>
          </a:p>
          <a:p>
            <a:endParaRPr/>
          </a:p>
          <a:p>
            <a:r>
              <a:t>Példa: 12 osztható 3-mal, mert 12 ÷ 3 =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356" y="609600"/>
            <a:ext cx="2732362" cy="5603310"/>
          </a:xfrm>
        </p:spPr>
        <p:txBody>
          <a:bodyPr>
            <a:normAutofit/>
          </a:bodyPr>
          <a:lstStyle/>
          <a:p>
            <a:r>
              <a:rPr lang="hu-HU" sz="2600"/>
              <a:t>Történelmi érdekesség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15D5EC-9F77-0D7C-BE03-907D8BE7C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827083"/>
              </p:ext>
            </p:extLst>
          </p:nvPr>
        </p:nvGraphicFramePr>
        <p:xfrm>
          <a:off x="3845718" y="1114425"/>
          <a:ext cx="4443413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rPr lang="hu-HU"/>
              <a:t>Miért fontos az oszthatóság?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1D935EE-9E31-5AA9-4A25-499FAC350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087940"/>
              </p:ext>
            </p:extLst>
          </p:nvPr>
        </p:nvGraphicFramePr>
        <p:xfrm>
          <a:off x="685800" y="2417233"/>
          <a:ext cx="7765256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Az oszthatósági szabályok logikája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137" y="2463800"/>
            <a:ext cx="6935739" cy="3327400"/>
          </a:xfrm>
        </p:spPr>
        <p:txBody>
          <a:bodyPr>
            <a:normAutofit/>
          </a:bodyPr>
          <a:lstStyle/>
          <a:p>
            <a:r>
              <a:t>Az emberek megfigyelték a számok mintázatait – például a páros számokat, a számjegyek összegeit, vagy a végződéseket.</a:t>
            </a:r>
          </a:p>
          <a:p>
            <a:endParaRPr/>
          </a:p>
          <a:p>
            <a:r>
              <a:t>Ezekből születtek meg a szabályok, amik gyors döntést adnak anélkül, hogy ténylegesen el kellene osztanunk.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Oszthatóság 2-vel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7ADEF8-2EB2-5C6B-6129-DEDCBB6D1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1596"/>
              </p:ext>
            </p:extLst>
          </p:nvPr>
        </p:nvGraphicFramePr>
        <p:xfrm>
          <a:off x="685800" y="2417233"/>
          <a:ext cx="7765256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Oszthatóság 3-mal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09B389-FB7D-B3AD-559E-5AE2823AD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133523"/>
              </p:ext>
            </p:extLst>
          </p:nvPr>
        </p:nvGraphicFramePr>
        <p:xfrm>
          <a:off x="685800" y="2417233"/>
          <a:ext cx="7765256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Oszthatóság 5-tel és 10-zel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0A36A2-5A2F-33F4-4507-C70D5A630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622820"/>
              </p:ext>
            </p:extLst>
          </p:nvPr>
        </p:nvGraphicFramePr>
        <p:xfrm>
          <a:off x="685800" y="2417233"/>
          <a:ext cx="7765256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356" y="609600"/>
            <a:ext cx="2732362" cy="5603310"/>
          </a:xfrm>
        </p:spPr>
        <p:txBody>
          <a:bodyPr>
            <a:normAutofit/>
          </a:bodyPr>
          <a:lstStyle/>
          <a:p>
            <a:r>
              <a:rPr lang="hu-HU" sz="2400"/>
              <a:t>Oszthatóság 7-tel – érdekesség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90C32F1-39F6-BB7B-7C73-1BFA6A68B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175585"/>
              </p:ext>
            </p:extLst>
          </p:nvPr>
        </p:nvGraphicFramePr>
        <p:xfrm>
          <a:off x="3845718" y="1114425"/>
          <a:ext cx="4443413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Oszthatóság a mindennapokban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137" y="2463800"/>
            <a:ext cx="6935739" cy="3327400"/>
          </a:xfrm>
        </p:spPr>
        <p:txBody>
          <a:bodyPr>
            <a:normAutofit/>
          </a:bodyPr>
          <a:lstStyle/>
          <a:p>
            <a:r>
              <a:t>• Vásárlásnál: csomagokat, adagokat osztunk el egyenlően</a:t>
            </a:r>
          </a:p>
          <a:p>
            <a:r>
              <a:t>• Időbeosztásnál: perceket, órákat osztunk szét</a:t>
            </a:r>
          </a:p>
          <a:p>
            <a:r>
              <a:t>• Programozásban: ciklusok, osztási feltételek</a:t>
            </a:r>
          </a:p>
          <a:p>
            <a:r>
              <a:t>• Pénzügyekben: osztalék, részvények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Érdekességek a számokról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137" y="2463800"/>
            <a:ext cx="6935739" cy="3327400"/>
          </a:xfrm>
        </p:spPr>
        <p:txBody>
          <a:bodyPr>
            <a:normAutofit/>
          </a:bodyPr>
          <a:lstStyle/>
          <a:p>
            <a:r>
              <a:t>• A 9-cel való oszthatóság a 3-as szabály testvére – csak a számjegyek összege kell, hogy 9-cel osztható legyen!</a:t>
            </a:r>
          </a:p>
          <a:p>
            <a:r>
              <a:t>• A 6-tal való oszthatósághoz a számnak 2-vel ÉS 3-mal is oszthatónak kell lennie.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927100"/>
            <a:ext cx="2564074" cy="4616450"/>
          </a:xfrm>
        </p:spPr>
        <p:txBody>
          <a:bodyPr>
            <a:normAutofit/>
          </a:bodyPr>
          <a:lstStyle/>
          <a:p>
            <a:r>
              <a:rPr lang="hu-HU" sz="1900"/>
              <a:t>Összefoglalás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1" y="971549"/>
            <a:ext cx="4718646" cy="4616450"/>
          </a:xfrm>
        </p:spPr>
        <p:txBody>
          <a:bodyPr anchor="ctr">
            <a:normAutofit/>
          </a:bodyPr>
          <a:lstStyle/>
          <a:p>
            <a:r>
              <a:t>Ma megtanultuk, hogy az oszthatósági szabályok:</a:t>
            </a:r>
          </a:p>
          <a:p>
            <a:r>
              <a:t>• Segítenek gyorsan dönteni osztás nélkül</a:t>
            </a:r>
          </a:p>
          <a:p>
            <a:r>
              <a:t>• Régi megfigyelésekből alakultak ki</a:t>
            </a:r>
          </a:p>
          <a:p>
            <a:r>
              <a:t>• A mindennapokban is hasznosak</a:t>
            </a:r>
          </a:p>
          <a:p>
            <a:endParaRPr/>
          </a:p>
          <a:p>
            <a:r>
              <a:t>Készen állsz felfedezni a számok titkait?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54</TotalTime>
  <Words>413</Words>
  <Application>Microsoft Office PowerPoint</Application>
  <PresentationFormat>Diavetítés a képernyőre (4:3 oldalarány)</PresentationFormat>
  <Paragraphs>49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Az oszthatósági szabályok világa</vt:lpstr>
      <vt:lpstr>Mi az oszthatóság?</vt:lpstr>
      <vt:lpstr>Történelmi érdekesség</vt:lpstr>
      <vt:lpstr>Miért fontos az oszthatóság?</vt:lpstr>
      <vt:lpstr>Az oszthatósági szabályok logikája</vt:lpstr>
      <vt:lpstr>Oszthatóság 2-vel</vt:lpstr>
      <vt:lpstr>Oszthatóság 3-mal</vt:lpstr>
      <vt:lpstr>Oszthatóság 5-tel és 10-zel</vt:lpstr>
      <vt:lpstr>Oszthatóság 7-tel – érdekesség</vt:lpstr>
      <vt:lpstr>Oszthatóság a mindennapokban</vt:lpstr>
      <vt:lpstr>Érdekességek a számokról</vt:lpstr>
      <vt:lpstr>Összefoglalás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2</cp:revision>
  <dcterms:created xsi:type="dcterms:W3CDTF">2013-01-27T09:14:16Z</dcterms:created>
  <dcterms:modified xsi:type="dcterms:W3CDTF">2025-11-03T09:33:46Z</dcterms:modified>
  <cp:category/>
</cp:coreProperties>
</file>